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62" r:id="rId6"/>
    <p:sldId id="273" r:id="rId7"/>
    <p:sldId id="271" r:id="rId8"/>
    <p:sldId id="279" r:id="rId9"/>
    <p:sldId id="277" r:id="rId10"/>
    <p:sldId id="278" r:id="rId11"/>
    <p:sldId id="280" r:id="rId12"/>
    <p:sldId id="282" r:id="rId13"/>
    <p:sldId id="284" r:id="rId14"/>
    <p:sldId id="285" r:id="rId15"/>
    <p:sldId id="263" r:id="rId16"/>
    <p:sldId id="268" r:id="rId17"/>
  </p:sldIdLst>
  <p:sldSz cx="12192000" cy="6858000"/>
  <p:notesSz cx="6858000" cy="9144000"/>
  <p:embeddedFontLst>
    <p:embeddedFont>
      <p:font typeface="Archivo"/>
      <p:regular r:id="rId18"/>
      <p:bold r:id="rId19"/>
      <p:italic r:id="rId20"/>
      <p:boldItalic r:id="rId21"/>
    </p:embeddedFont>
    <p:embeddedFont>
      <p:font typeface="Archivo Black"/>
      <p:bold r:id="rId22"/>
      <p:boldItalic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5BE1"/>
    <a:srgbClr val="0E2566"/>
    <a:srgbClr val="153895"/>
    <a:srgbClr val="00F26D"/>
    <a:srgbClr val="295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Garré" userId="7cda3b1a-6a34-4fe7-927d-e7e761859f61" providerId="ADAL" clId="{6DC1446E-3001-40EB-9167-F15EDFEAA68A}"/>
    <pc:docChg chg="modSld">
      <pc:chgData name="Francisco Garré" userId="7cda3b1a-6a34-4fe7-927d-e7e761859f61" providerId="ADAL" clId="{6DC1446E-3001-40EB-9167-F15EDFEAA68A}" dt="2026-08-10T14:32:22.689" v="47" actId="20577"/>
      <pc:docMkLst>
        <pc:docMk/>
      </pc:docMkLst>
      <pc:sldChg chg="modSp mod">
        <pc:chgData name="Francisco Garré" userId="7cda3b1a-6a34-4fe7-927d-e7e761859f61" providerId="ADAL" clId="{6DC1446E-3001-40EB-9167-F15EDFEAA68A}" dt="2026-08-10T14:31:45.359" v="25" actId="20577"/>
        <pc:sldMkLst>
          <pc:docMk/>
          <pc:sldMk cId="2703875502" sldId="257"/>
        </pc:sldMkLst>
        <pc:spChg chg="mod">
          <ac:chgData name="Francisco Garré" userId="7cda3b1a-6a34-4fe7-927d-e7e761859f61" providerId="ADAL" clId="{6DC1446E-3001-40EB-9167-F15EDFEAA68A}" dt="2026-08-10T14:31:45.359" v="25" actId="20577"/>
          <ac:spMkLst>
            <pc:docMk/>
            <pc:sldMk cId="2703875502" sldId="257"/>
            <ac:spMk id="5" creationId="{BAB212F4-A3F5-4687-8725-DCC15523E081}"/>
          </ac:spMkLst>
        </pc:spChg>
      </pc:sldChg>
      <pc:sldChg chg="modSp mod">
        <pc:chgData name="Francisco Garré" userId="7cda3b1a-6a34-4fe7-927d-e7e761859f61" providerId="ADAL" clId="{6DC1446E-3001-40EB-9167-F15EDFEAA68A}" dt="2026-08-10T14:31:48.799" v="27" actId="20577"/>
        <pc:sldMkLst>
          <pc:docMk/>
          <pc:sldMk cId="3680953232" sldId="258"/>
        </pc:sldMkLst>
        <pc:spChg chg="mod">
          <ac:chgData name="Francisco Garré" userId="7cda3b1a-6a34-4fe7-927d-e7e761859f61" providerId="ADAL" clId="{6DC1446E-3001-40EB-9167-F15EDFEAA68A}" dt="2026-08-10T14:31:48.799" v="27" actId="20577"/>
          <ac:spMkLst>
            <pc:docMk/>
            <pc:sldMk cId="3680953232" sldId="258"/>
            <ac:spMk id="5" creationId="{BAB212F4-A3F5-4687-8725-DCC15523E081}"/>
          </ac:spMkLst>
        </pc:spChg>
      </pc:sldChg>
      <pc:sldChg chg="modSp mod">
        <pc:chgData name="Francisco Garré" userId="7cda3b1a-6a34-4fe7-927d-e7e761859f61" providerId="ADAL" clId="{6DC1446E-3001-40EB-9167-F15EDFEAA68A}" dt="2026-08-10T14:31:52.130" v="29" actId="20577"/>
        <pc:sldMkLst>
          <pc:docMk/>
          <pc:sldMk cId="2689356372" sldId="259"/>
        </pc:sldMkLst>
        <pc:spChg chg="mod">
          <ac:chgData name="Francisco Garré" userId="7cda3b1a-6a34-4fe7-927d-e7e761859f61" providerId="ADAL" clId="{6DC1446E-3001-40EB-9167-F15EDFEAA68A}" dt="2026-08-10T14:31:52.130" v="29" actId="20577"/>
          <ac:spMkLst>
            <pc:docMk/>
            <pc:sldMk cId="2689356372" sldId="259"/>
            <ac:spMk id="5" creationId="{BAB212F4-A3F5-4687-8725-DCC15523E081}"/>
          </ac:spMkLst>
        </pc:spChg>
      </pc:sldChg>
      <pc:sldChg chg="modSp mod">
        <pc:chgData name="Francisco Garré" userId="7cda3b1a-6a34-4fe7-927d-e7e761859f61" providerId="ADAL" clId="{6DC1446E-3001-40EB-9167-F15EDFEAA68A}" dt="2026-08-10T14:31:55.318" v="31" actId="20577"/>
        <pc:sldMkLst>
          <pc:docMk/>
          <pc:sldMk cId="2932250303" sldId="260"/>
        </pc:sldMkLst>
        <pc:spChg chg="mod">
          <ac:chgData name="Francisco Garré" userId="7cda3b1a-6a34-4fe7-927d-e7e761859f61" providerId="ADAL" clId="{6DC1446E-3001-40EB-9167-F15EDFEAA68A}" dt="2026-08-10T14:31:55.318" v="31" actId="20577"/>
          <ac:spMkLst>
            <pc:docMk/>
            <pc:sldMk cId="2932250303" sldId="260"/>
            <ac:spMk id="5" creationId="{BAB212F4-A3F5-4687-8725-DCC15523E081}"/>
          </ac:spMkLst>
        </pc:spChg>
      </pc:sldChg>
      <pc:sldChg chg="modSp mod">
        <pc:chgData name="Francisco Garré" userId="7cda3b1a-6a34-4fe7-927d-e7e761859f61" providerId="ADAL" clId="{6DC1446E-3001-40EB-9167-F15EDFEAA68A}" dt="2026-08-10T14:31:59.905" v="33" actId="20577"/>
        <pc:sldMkLst>
          <pc:docMk/>
          <pc:sldMk cId="2395109851" sldId="261"/>
        </pc:sldMkLst>
        <pc:spChg chg="mod">
          <ac:chgData name="Francisco Garré" userId="7cda3b1a-6a34-4fe7-927d-e7e761859f61" providerId="ADAL" clId="{6DC1446E-3001-40EB-9167-F15EDFEAA68A}" dt="2026-08-10T14:31:59.905" v="33" actId="20577"/>
          <ac:spMkLst>
            <pc:docMk/>
            <pc:sldMk cId="2395109851" sldId="261"/>
            <ac:spMk id="5" creationId="{BAB212F4-A3F5-4687-8725-DCC15523E081}"/>
          </ac:spMkLst>
        </pc:spChg>
      </pc:sldChg>
      <pc:sldChg chg="modSp mod">
        <pc:chgData name="Francisco Garré" userId="7cda3b1a-6a34-4fe7-927d-e7e761859f61" providerId="ADAL" clId="{6DC1446E-3001-40EB-9167-F15EDFEAA68A}" dt="2026-08-10T14:32:02.849" v="35" actId="20577"/>
        <pc:sldMkLst>
          <pc:docMk/>
          <pc:sldMk cId="3645784248" sldId="262"/>
        </pc:sldMkLst>
        <pc:spChg chg="mod">
          <ac:chgData name="Francisco Garré" userId="7cda3b1a-6a34-4fe7-927d-e7e761859f61" providerId="ADAL" clId="{6DC1446E-3001-40EB-9167-F15EDFEAA68A}" dt="2026-08-10T14:32:02.849" v="35" actId="20577"/>
          <ac:spMkLst>
            <pc:docMk/>
            <pc:sldMk cId="3645784248" sldId="262"/>
            <ac:spMk id="14" creationId="{63E73A43-2CD8-40B3-96F9-92361F29ABFC}"/>
          </ac:spMkLst>
        </pc:spChg>
      </pc:sldChg>
      <pc:sldChg chg="modSp mod">
        <pc:chgData name="Francisco Garré" userId="7cda3b1a-6a34-4fe7-927d-e7e761859f61" providerId="ADAL" clId="{6DC1446E-3001-40EB-9167-F15EDFEAA68A}" dt="2026-08-10T14:32:06.074" v="37" actId="20577"/>
        <pc:sldMkLst>
          <pc:docMk/>
          <pc:sldMk cId="1187549239" sldId="263"/>
        </pc:sldMkLst>
        <pc:spChg chg="mod">
          <ac:chgData name="Francisco Garré" userId="7cda3b1a-6a34-4fe7-927d-e7e761859f61" providerId="ADAL" clId="{6DC1446E-3001-40EB-9167-F15EDFEAA68A}" dt="2026-08-10T14:32:06.074" v="37" actId="20577"/>
          <ac:spMkLst>
            <pc:docMk/>
            <pc:sldMk cId="1187549239" sldId="263"/>
            <ac:spMk id="36" creationId="{E9350176-E6F6-4913-AFAE-1A96424F9BCC}"/>
          </ac:spMkLst>
        </pc:spChg>
      </pc:sldChg>
      <pc:sldChg chg="modSp mod">
        <pc:chgData name="Francisco Garré" userId="7cda3b1a-6a34-4fe7-927d-e7e761859f61" providerId="ADAL" clId="{6DC1446E-3001-40EB-9167-F15EDFEAA68A}" dt="2026-08-10T14:32:09.309" v="39" actId="20577"/>
        <pc:sldMkLst>
          <pc:docMk/>
          <pc:sldMk cId="3562227097" sldId="264"/>
        </pc:sldMkLst>
        <pc:spChg chg="mod">
          <ac:chgData name="Francisco Garré" userId="7cda3b1a-6a34-4fe7-927d-e7e761859f61" providerId="ADAL" clId="{6DC1446E-3001-40EB-9167-F15EDFEAA68A}" dt="2026-08-10T14:32:09.309" v="39" actId="20577"/>
          <ac:spMkLst>
            <pc:docMk/>
            <pc:sldMk cId="3562227097" sldId="264"/>
            <ac:spMk id="36" creationId="{E9350176-E6F6-4913-AFAE-1A96424F9BCC}"/>
          </ac:spMkLst>
        </pc:spChg>
      </pc:sldChg>
      <pc:sldChg chg="modSp mod">
        <pc:chgData name="Francisco Garré" userId="7cda3b1a-6a34-4fe7-927d-e7e761859f61" providerId="ADAL" clId="{6DC1446E-3001-40EB-9167-F15EDFEAA68A}" dt="2026-08-10T14:32:13.328" v="41" actId="20577"/>
        <pc:sldMkLst>
          <pc:docMk/>
          <pc:sldMk cId="890526024" sldId="265"/>
        </pc:sldMkLst>
        <pc:spChg chg="mod">
          <ac:chgData name="Francisco Garré" userId="7cda3b1a-6a34-4fe7-927d-e7e761859f61" providerId="ADAL" clId="{6DC1446E-3001-40EB-9167-F15EDFEAA68A}" dt="2026-08-10T14:32:13.328" v="41" actId="20577"/>
          <ac:spMkLst>
            <pc:docMk/>
            <pc:sldMk cId="890526024" sldId="265"/>
            <ac:spMk id="36" creationId="{E9350176-E6F6-4913-AFAE-1A96424F9BCC}"/>
          </ac:spMkLst>
        </pc:spChg>
      </pc:sldChg>
      <pc:sldChg chg="modSp mod">
        <pc:chgData name="Francisco Garré" userId="7cda3b1a-6a34-4fe7-927d-e7e761859f61" providerId="ADAL" clId="{6DC1446E-3001-40EB-9167-F15EDFEAA68A}" dt="2026-08-10T14:32:16.509" v="43" actId="20577"/>
        <pc:sldMkLst>
          <pc:docMk/>
          <pc:sldMk cId="4069147227" sldId="266"/>
        </pc:sldMkLst>
        <pc:spChg chg="mod">
          <ac:chgData name="Francisco Garré" userId="7cda3b1a-6a34-4fe7-927d-e7e761859f61" providerId="ADAL" clId="{6DC1446E-3001-40EB-9167-F15EDFEAA68A}" dt="2026-08-10T14:32:16.509" v="43" actId="20577"/>
          <ac:spMkLst>
            <pc:docMk/>
            <pc:sldMk cId="4069147227" sldId="266"/>
            <ac:spMk id="36" creationId="{E9350176-E6F6-4913-AFAE-1A96424F9BCC}"/>
          </ac:spMkLst>
        </pc:spChg>
      </pc:sldChg>
      <pc:sldChg chg="modSp mod">
        <pc:chgData name="Francisco Garré" userId="7cda3b1a-6a34-4fe7-927d-e7e761859f61" providerId="ADAL" clId="{6DC1446E-3001-40EB-9167-F15EDFEAA68A}" dt="2026-08-10T14:32:19.511" v="45" actId="20577"/>
        <pc:sldMkLst>
          <pc:docMk/>
          <pc:sldMk cId="3301502544" sldId="267"/>
        </pc:sldMkLst>
        <pc:spChg chg="mod">
          <ac:chgData name="Francisco Garré" userId="7cda3b1a-6a34-4fe7-927d-e7e761859f61" providerId="ADAL" clId="{6DC1446E-3001-40EB-9167-F15EDFEAA68A}" dt="2026-08-10T14:32:19.511" v="45" actId="20577"/>
          <ac:spMkLst>
            <pc:docMk/>
            <pc:sldMk cId="3301502544" sldId="267"/>
            <ac:spMk id="36" creationId="{E9350176-E6F6-4913-AFAE-1A96424F9BCC}"/>
          </ac:spMkLst>
        </pc:spChg>
      </pc:sldChg>
      <pc:sldChg chg="modSp mod">
        <pc:chgData name="Francisco Garré" userId="7cda3b1a-6a34-4fe7-927d-e7e761859f61" providerId="ADAL" clId="{6DC1446E-3001-40EB-9167-F15EDFEAA68A}" dt="2026-08-10T14:32:22.689" v="47" actId="20577"/>
        <pc:sldMkLst>
          <pc:docMk/>
          <pc:sldMk cId="3920303284" sldId="269"/>
        </pc:sldMkLst>
        <pc:spChg chg="mod">
          <ac:chgData name="Francisco Garré" userId="7cda3b1a-6a34-4fe7-927d-e7e761859f61" providerId="ADAL" clId="{6DC1446E-3001-40EB-9167-F15EDFEAA68A}" dt="2026-08-10T14:32:22.689" v="47" actId="20577"/>
          <ac:spMkLst>
            <pc:docMk/>
            <pc:sldMk cId="3920303284" sldId="269"/>
            <ac:spMk id="36" creationId="{E9350176-E6F6-4913-AFAE-1A96424F9B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4E6DA-7EEA-4F0C-B9AB-47EE3556D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CD5392-88EE-42D5-AAED-EACBF1E14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B07F0C-2DAE-4839-9179-DBC0ED1E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19C5BC-AB44-4557-B9DE-DA73D21F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F2229C-79A9-473C-BCE9-F046966E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9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EACC7-1B0B-4E54-9621-3A12E41E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823B07-51B8-442B-9BAF-72F31A54C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9FF1C-99CA-4402-896C-438C06B0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4B40BF-DA8E-4BB9-9D69-77A3DDE9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58F0DA-1F6F-4964-979B-FB727345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1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E24B1-B40B-4FC1-888F-B3259949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2F84BD-4C44-44FD-90D6-D4C830697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74A0A1-ACA3-4428-B7CB-16F526E7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A1C0C7-E60A-4CFF-BD8A-051A6C25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54511-BC40-4723-BFD8-0AF31BC3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0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E20A2-9042-4ED7-AC42-6EAF17E9D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ECB7E0-5019-45D8-BC10-3ECD72DDA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6AFF8E-FA41-431C-B225-0719FC7DD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1723F1-9E9D-42E6-B248-3E4BC4A8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38B20D-A7FF-462E-81E6-9265A649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598D0C-A752-4807-88B9-ECDD7649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0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87193-5C88-474A-AC93-638304D62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386772-B32C-4CB4-9BA8-077A3BF2F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C05F5A-4B7E-47C1-855F-1B0D1187A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530B48-DECE-4378-8F8A-07E997200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A1FAD7-F6A5-4B4B-8AA1-FB96C79C0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5533AA3-7654-4733-AA9A-8814F69A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0483A0-A83E-43D3-B047-D3CD96CD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1DBB9E2-1C7B-47C4-AA49-251B8BBD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60BF4-BCDB-4A5C-8A4B-D2AC2DCB8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03BB6E-5A70-4E95-8BE7-9A060563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301471-1E5C-4FE7-9EB6-8B08C070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0A6C367-8503-4FAF-943B-6AB9D1CE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5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347C61-B9E2-45FE-9D8D-1E5597F8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1595A2-F8B1-45D3-9EB5-E5A1C254F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6BE02F-710B-4F64-B37C-DCC55635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9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827E8-98D3-4FF1-8FC9-84E741EC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C5AB0-DB07-4036-90FF-7DDDA1FB8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CAC96EC-1348-4F65-BB94-96C12B0A3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B28FBC-FE76-4876-A2F0-5A6543CC4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586D7F-3A81-4815-9426-8312F5CB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E647E0-6269-447B-A1DC-A62CFBEA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5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586AB-F81D-47DC-85FE-D2646806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F170DBB-2334-4F5D-93A5-D0A620EEF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516112-0AF0-462F-85E1-FE422978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E36193-740C-4341-923A-92D74255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3D1B89-C41A-45FD-ADA9-897E5BE5F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D31B88-AF1D-47FB-BFF4-42FE22AE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4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823BA-713D-4F85-9A25-5535DB35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EACB4A-6CB9-4CEB-A552-B4930F3E2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E789CD-98F5-4139-BD1C-2418FCF6B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5D7ADF-B521-4F41-A835-E4FBBD9C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4A0CC7-C60A-4FF2-8219-4157B001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3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74E5EE-F412-4AE4-92A9-9BE63D34F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9BFA3D-2BEF-4667-9341-8E0F314D9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82F884-CFB0-4223-8428-50507D17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74FA82-699B-4926-A78C-9E36323E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5AB341-FBDB-4592-A0EF-75243A66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6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F164763-915C-4573-B6A5-768E6785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FEF60F-C582-4595-B858-B41E9148D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B9DD5D-7861-4E0B-B51D-24432B175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9323A-D745-4A4D-B411-9D2A3396030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07C9FC-912A-4CC4-9C31-99C33C045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EF2F82-59FD-4164-8CD4-491592562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4689E-1F52-4911-B43B-BA927105D3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5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4D6A491B-5752-48CB-9BF0-6215E3571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AF3212E-B9B1-484B-BD36-23211FF7A844}"/>
              </a:ext>
            </a:extLst>
          </p:cNvPr>
          <p:cNvSpPr txBox="1"/>
          <p:nvPr/>
        </p:nvSpPr>
        <p:spPr>
          <a:xfrm>
            <a:off x="1780217" y="1131669"/>
            <a:ext cx="534448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dirty="0">
                <a:solidFill>
                  <a:schemeClr val="bg1"/>
                </a:solidFill>
                <a:latin typeface="Archivo Black" pitchFamily="2" charset="0"/>
                <a:cs typeface="Archivo Black" pitchFamily="2" charset="0"/>
              </a:rPr>
              <a:t>Utilizando </a:t>
            </a:r>
            <a:r>
              <a:rPr lang="pt-BR" sz="3800" dirty="0" err="1">
                <a:solidFill>
                  <a:schemeClr val="bg1"/>
                </a:solidFill>
                <a:latin typeface="Archivo Black" pitchFamily="2" charset="0"/>
                <a:cs typeface="Archivo Black" pitchFamily="2" charset="0"/>
              </a:rPr>
              <a:t>IAs</a:t>
            </a:r>
            <a:r>
              <a:rPr lang="pt-BR" sz="3800" dirty="0">
                <a:solidFill>
                  <a:schemeClr val="bg1"/>
                </a:solidFill>
                <a:latin typeface="Archivo Black" pitchFamily="2" charset="0"/>
                <a:cs typeface="Archivo Black" pitchFamily="2" charset="0"/>
              </a:rPr>
              <a:t> Generativas e MCP Servers para auxiliar no desenho de Arquiteturas de Soluções!</a:t>
            </a:r>
            <a:endParaRPr lang="en-US" sz="3800" dirty="0">
              <a:solidFill>
                <a:schemeClr val="bg1"/>
              </a:solidFill>
              <a:latin typeface="Archivo Black" pitchFamily="2" charset="0"/>
              <a:cs typeface="Archivo Black" pitchFamily="2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BBF40B2-FE7C-48F5-A198-7F5E6D9C7D1E}"/>
              </a:ext>
            </a:extLst>
          </p:cNvPr>
          <p:cNvGrpSpPr/>
          <p:nvPr/>
        </p:nvGrpSpPr>
        <p:grpSpPr>
          <a:xfrm>
            <a:off x="2141399" y="3690757"/>
            <a:ext cx="3004412" cy="400110"/>
            <a:chOff x="1922324" y="3890782"/>
            <a:chExt cx="3004412" cy="400110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A6ED6A0-0615-4D1C-BCD7-EEFE4677BE60}"/>
                </a:ext>
              </a:extLst>
            </p:cNvPr>
            <p:cNvSpPr txBox="1"/>
            <p:nvPr/>
          </p:nvSpPr>
          <p:spPr>
            <a:xfrm>
              <a:off x="2322434" y="3890782"/>
              <a:ext cx="26043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dirty="0">
                  <a:solidFill>
                    <a:schemeClr val="bg1"/>
                  </a:solidFill>
                  <a:latin typeface="Archivo" pitchFamily="2" charset="0"/>
                  <a:cs typeface="Archivo" pitchFamily="2" charset="0"/>
                </a:rPr>
                <a:t>Renato Groffe</a:t>
              </a:r>
              <a:endParaRPr lang="en-US" sz="2000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512751F0-6E89-4278-B99B-6E6444150A0B}"/>
                </a:ext>
              </a:extLst>
            </p:cNvPr>
            <p:cNvSpPr/>
            <p:nvPr/>
          </p:nvSpPr>
          <p:spPr>
            <a:xfrm>
              <a:off x="1922324" y="3890782"/>
              <a:ext cx="400110" cy="400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C8649629-C7A0-4A0B-94C7-E8BE52927066}"/>
                </a:ext>
              </a:extLst>
            </p:cNvPr>
            <p:cNvSpPr/>
            <p:nvPr/>
          </p:nvSpPr>
          <p:spPr>
            <a:xfrm>
              <a:off x="2046179" y="3990825"/>
              <a:ext cx="152400" cy="200025"/>
            </a:xfrm>
            <a:custGeom>
              <a:avLst/>
              <a:gdLst>
                <a:gd name="connsiteX0" fmla="*/ 152400 w 152400"/>
                <a:gd name="connsiteY0" fmla="*/ 200025 h 200025"/>
                <a:gd name="connsiteX1" fmla="*/ 133350 w 152400"/>
                <a:gd name="connsiteY1" fmla="*/ 200025 h 200025"/>
                <a:gd name="connsiteX2" fmla="*/ 133350 w 152400"/>
                <a:gd name="connsiteY2" fmla="*/ 180975 h 200025"/>
                <a:gd name="connsiteX3" fmla="*/ 104775 w 152400"/>
                <a:gd name="connsiteY3" fmla="*/ 152400 h 200025"/>
                <a:gd name="connsiteX4" fmla="*/ 47625 w 152400"/>
                <a:gd name="connsiteY4" fmla="*/ 152400 h 200025"/>
                <a:gd name="connsiteX5" fmla="*/ 19050 w 152400"/>
                <a:gd name="connsiteY5" fmla="*/ 180975 h 200025"/>
                <a:gd name="connsiteX6" fmla="*/ 19050 w 152400"/>
                <a:gd name="connsiteY6" fmla="*/ 200025 h 200025"/>
                <a:gd name="connsiteX7" fmla="*/ 0 w 152400"/>
                <a:gd name="connsiteY7" fmla="*/ 200025 h 200025"/>
                <a:gd name="connsiteX8" fmla="*/ 0 w 152400"/>
                <a:gd name="connsiteY8" fmla="*/ 180975 h 200025"/>
                <a:gd name="connsiteX9" fmla="*/ 47625 w 152400"/>
                <a:gd name="connsiteY9" fmla="*/ 133350 h 200025"/>
                <a:gd name="connsiteX10" fmla="*/ 104775 w 152400"/>
                <a:gd name="connsiteY10" fmla="*/ 133350 h 200025"/>
                <a:gd name="connsiteX11" fmla="*/ 152400 w 152400"/>
                <a:gd name="connsiteY11" fmla="*/ 180975 h 200025"/>
                <a:gd name="connsiteX12" fmla="*/ 152400 w 152400"/>
                <a:gd name="connsiteY12" fmla="*/ 200025 h 200025"/>
                <a:gd name="connsiteX13" fmla="*/ 76200 w 152400"/>
                <a:gd name="connsiteY13" fmla="*/ 114300 h 200025"/>
                <a:gd name="connsiteX14" fmla="*/ 19050 w 152400"/>
                <a:gd name="connsiteY14" fmla="*/ 57150 h 200025"/>
                <a:gd name="connsiteX15" fmla="*/ 76200 w 152400"/>
                <a:gd name="connsiteY15" fmla="*/ 0 h 200025"/>
                <a:gd name="connsiteX16" fmla="*/ 133350 w 152400"/>
                <a:gd name="connsiteY16" fmla="*/ 57150 h 200025"/>
                <a:gd name="connsiteX17" fmla="*/ 76200 w 152400"/>
                <a:gd name="connsiteY17" fmla="*/ 114300 h 200025"/>
                <a:gd name="connsiteX18" fmla="*/ 76200 w 152400"/>
                <a:gd name="connsiteY18" fmla="*/ 95250 h 200025"/>
                <a:gd name="connsiteX19" fmla="*/ 114300 w 152400"/>
                <a:gd name="connsiteY19" fmla="*/ 57150 h 200025"/>
                <a:gd name="connsiteX20" fmla="*/ 76200 w 152400"/>
                <a:gd name="connsiteY20" fmla="*/ 19050 h 200025"/>
                <a:gd name="connsiteX21" fmla="*/ 38100 w 152400"/>
                <a:gd name="connsiteY21" fmla="*/ 57150 h 200025"/>
                <a:gd name="connsiteX22" fmla="*/ 76200 w 152400"/>
                <a:gd name="connsiteY22" fmla="*/ 9525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2400" h="200025">
                  <a:moveTo>
                    <a:pt x="152400" y="200025"/>
                  </a:moveTo>
                  <a:lnTo>
                    <a:pt x="133350" y="200025"/>
                  </a:lnTo>
                  <a:lnTo>
                    <a:pt x="133350" y="180975"/>
                  </a:lnTo>
                  <a:cubicBezTo>
                    <a:pt x="133350" y="165193"/>
                    <a:pt x="120557" y="152400"/>
                    <a:pt x="104775" y="152400"/>
                  </a:cubicBezTo>
                  <a:lnTo>
                    <a:pt x="47625" y="152400"/>
                  </a:lnTo>
                  <a:cubicBezTo>
                    <a:pt x="31844" y="152400"/>
                    <a:pt x="19050" y="165193"/>
                    <a:pt x="19050" y="180975"/>
                  </a:cubicBezTo>
                  <a:lnTo>
                    <a:pt x="19050" y="200025"/>
                  </a:lnTo>
                  <a:lnTo>
                    <a:pt x="0" y="200025"/>
                  </a:lnTo>
                  <a:lnTo>
                    <a:pt x="0" y="180975"/>
                  </a:lnTo>
                  <a:cubicBezTo>
                    <a:pt x="0" y="154673"/>
                    <a:pt x="21322" y="133350"/>
                    <a:pt x="47625" y="133350"/>
                  </a:cubicBezTo>
                  <a:lnTo>
                    <a:pt x="104775" y="133350"/>
                  </a:lnTo>
                  <a:cubicBezTo>
                    <a:pt x="131077" y="133350"/>
                    <a:pt x="152400" y="154673"/>
                    <a:pt x="152400" y="180975"/>
                  </a:cubicBezTo>
                  <a:lnTo>
                    <a:pt x="152400" y="200025"/>
                  </a:lnTo>
                  <a:close/>
                  <a:moveTo>
                    <a:pt x="76200" y="114300"/>
                  </a:moveTo>
                  <a:cubicBezTo>
                    <a:pt x="44637" y="114300"/>
                    <a:pt x="19050" y="88713"/>
                    <a:pt x="19050" y="57150"/>
                  </a:cubicBezTo>
                  <a:cubicBezTo>
                    <a:pt x="19050" y="25587"/>
                    <a:pt x="44637" y="0"/>
                    <a:pt x="76200" y="0"/>
                  </a:cubicBezTo>
                  <a:cubicBezTo>
                    <a:pt x="107763" y="0"/>
                    <a:pt x="133350" y="25587"/>
                    <a:pt x="133350" y="57150"/>
                  </a:cubicBezTo>
                  <a:cubicBezTo>
                    <a:pt x="133350" y="88713"/>
                    <a:pt x="107763" y="114300"/>
                    <a:pt x="76200" y="114300"/>
                  </a:cubicBezTo>
                  <a:close/>
                  <a:moveTo>
                    <a:pt x="76200" y="95250"/>
                  </a:moveTo>
                  <a:cubicBezTo>
                    <a:pt x="97242" y="95250"/>
                    <a:pt x="114300" y="78192"/>
                    <a:pt x="114300" y="57150"/>
                  </a:cubicBezTo>
                  <a:cubicBezTo>
                    <a:pt x="114300" y="36108"/>
                    <a:pt x="97242" y="19050"/>
                    <a:pt x="76200" y="19050"/>
                  </a:cubicBezTo>
                  <a:cubicBezTo>
                    <a:pt x="55158" y="19050"/>
                    <a:pt x="38100" y="36108"/>
                    <a:pt x="38100" y="57150"/>
                  </a:cubicBezTo>
                  <a:cubicBezTo>
                    <a:pt x="38100" y="78192"/>
                    <a:pt x="55158" y="95250"/>
                    <a:pt x="76200" y="95250"/>
                  </a:cubicBezTo>
                  <a:close/>
                </a:path>
              </a:pathLst>
            </a:custGeom>
            <a:solidFill>
              <a:srgbClr val="2B5B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27E5C1B1-D0C4-73FD-05FA-1C66DCCA2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158" y="1277362"/>
            <a:ext cx="2912625" cy="291262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918803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05E90CB-6BE1-4A71-8DC6-B63F2B00AD38}"/>
              </a:ext>
            </a:extLst>
          </p:cNvPr>
          <p:cNvSpPr txBox="1"/>
          <p:nvPr/>
        </p:nvSpPr>
        <p:spPr>
          <a:xfrm>
            <a:off x="701719" y="639108"/>
            <a:ext cx="473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Renato Groffe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E4F94A-A76B-4F56-B838-929CA921DC5B}"/>
              </a:ext>
            </a:extLst>
          </p:cNvPr>
          <p:cNvSpPr txBox="1"/>
          <p:nvPr/>
        </p:nvSpPr>
        <p:spPr>
          <a:xfrm>
            <a:off x="701719" y="1246608"/>
            <a:ext cx="665158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Microsoft Most </a:t>
            </a: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Valuable</a:t>
            </a: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Professional (MVP)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Docker </a:t>
            </a: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Captain</a:t>
            </a:r>
            <a:endParaRPr lang="pt-BR" dirty="0">
              <a:solidFill>
                <a:srgbClr val="153895"/>
              </a:solidFill>
              <a:latin typeface="Archivo" pitchFamily="2" charset="0"/>
              <a:cs typeface="Archivo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Grafana</a:t>
            </a: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Champion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APISEC U </a:t>
            </a: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Ambassador</a:t>
            </a:r>
            <a:endParaRPr lang="pt-BR" dirty="0">
              <a:solidFill>
                <a:srgbClr val="153895"/>
              </a:solidFill>
              <a:latin typeface="Archivo" pitchFamily="2" charset="0"/>
              <a:cs typeface="Archivo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Multi-Plataform</a:t>
            </a: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</a:t>
            </a: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Technical</a:t>
            </a: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</a:t>
            </a: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Audience</a:t>
            </a: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</a:t>
            </a: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Contributor</a:t>
            </a: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(MTAC)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Arquiteto de Soluções/Software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+20 anos de experiência na área de Tecnologia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Community </a:t>
            </a:r>
            <a:r>
              <a:rPr lang="pt-BR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Leader</a:t>
            </a:r>
            <a:r>
              <a:rPr lang="pt-BR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, Autor Técnico e Palestrante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153895"/>
              </a:solidFill>
              <a:latin typeface="Archivo" pitchFamily="2" charset="0"/>
              <a:cs typeface="Archivo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A49B1E7-A3A3-4B75-96D3-4699EDB9E536}"/>
              </a:ext>
            </a:extLst>
          </p:cNvPr>
          <p:cNvSpPr/>
          <p:nvPr/>
        </p:nvSpPr>
        <p:spPr>
          <a:xfrm>
            <a:off x="810228" y="158235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B3DA3F7-08F7-42EF-994A-7F0A0A9AAC61}"/>
              </a:ext>
            </a:extLst>
          </p:cNvPr>
          <p:cNvSpPr/>
          <p:nvPr/>
        </p:nvSpPr>
        <p:spPr>
          <a:xfrm>
            <a:off x="1076928" y="158235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A2AD552-E0A5-4AA5-9D7F-40A487925893}"/>
              </a:ext>
            </a:extLst>
          </p:cNvPr>
          <p:cNvSpPr/>
          <p:nvPr/>
        </p:nvSpPr>
        <p:spPr>
          <a:xfrm>
            <a:off x="1343628" y="158235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6488229-BC78-4C8C-87C0-4B5E06D91C4F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7B495D8-D83E-4DA5-8012-FF4DC4A79020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6BCF3CA1-C8A8-4FBA-8A92-06E76C2AC39D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CE051ABE-DB1E-4CA7-A3DE-8F072C1DD9CF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E2D6D82D-AC87-4B9C-9A40-A61DA44C76D8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78D48B9B-4B37-4881-BF2F-5525707CB340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9839C444-22E0-4B6C-A36E-045A797368F9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DE284621-684A-4343-A3EA-AB63C56EB031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E5DF2599-53C8-4FD0-BFC3-11BC42ACC3C3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C948C680-A6B8-4F65-AAF4-199E4EAC5FF1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181D68-5EF6-4A38-97AB-991EF9F107E9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59C97E26-2A01-45EB-873D-32954C6AB68D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EC30EA8F-455C-4C05-ADD4-CA7807D7017D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8F3DAA83-83CE-4FF0-8970-C61F1839474A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C3021BB6-17BA-4BA0-8F41-9A73BA72869D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C4359790-FAAE-4DBB-9EDA-49FE12396515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451065F9-E5F4-4949-B4E0-85F4DA9B3F68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1BB14D-2FF7-449A-966B-8A7EDD0425F1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9A960FB4-C0DA-4365-8DEE-9B3F0569BB81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6AEF29B-F4CB-4EAC-A003-066B32C53ACF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C1553F3-8A43-4380-962F-7760523FBBC8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70A31A39-B6ED-453D-88E0-6084191F0914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CF7CFA7F-126D-4D20-BBCA-3FBCE8321FF5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8B0CBAB-9E98-49B0-BE4D-69FBD4D3A4DB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5573AB1E-4A23-4D5C-B31B-66CAD3011E9E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7F705FE5-EBC7-4592-859E-D1380A874358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92A97512-C931-4CA6-8F8B-5DBAF602E802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3E73A43-2CD8-40B3-96F9-92361F29ABFC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2DA441-6A53-6B05-A9BA-6B272631D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399" y="621126"/>
            <a:ext cx="2420625" cy="2420625"/>
          </a:xfrm>
          <a:prstGeom prst="rect">
            <a:avLst/>
          </a:prstGeom>
          <a:effectLst/>
        </p:spPr>
      </p:pic>
      <p:pic>
        <p:nvPicPr>
          <p:cNvPr id="6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0ABB7CB-28A4-6842-7713-8971A5DBF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95" y="4908975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BA0258CB-4DFA-6042-44BB-8222515EA6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862" y="4584906"/>
            <a:ext cx="1403451" cy="1403451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40AE98E8-6E20-AF08-CA0D-F216FD4AC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470" y="4522715"/>
            <a:ext cx="1600799" cy="1600799"/>
          </a:xfrm>
          <a:prstGeom prst="rect">
            <a:avLst/>
          </a:prstGeom>
        </p:spPr>
      </p:pic>
      <p:pic>
        <p:nvPicPr>
          <p:cNvPr id="45" name="Imagem 44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49A460F2-4039-B07D-6E51-12242BAE8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467" y="4265628"/>
            <a:ext cx="1699365" cy="1699365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B533B890-FBE8-7A83-C4FF-DF071AE69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02793" y="4309881"/>
            <a:ext cx="2057400" cy="2046096"/>
          </a:xfrm>
          <a:prstGeom prst="rect">
            <a:avLst/>
          </a:prstGeom>
        </p:spPr>
      </p:pic>
      <p:pic>
        <p:nvPicPr>
          <p:cNvPr id="49" name="Imagem 48" descr="Código QR&#10;&#10;O conteúdo gerado por IA pode estar incorreto.">
            <a:extLst>
              <a:ext uri="{FF2B5EF4-FFF2-40B4-BE49-F238E27FC236}">
                <a16:creationId xmlns:a16="http://schemas.microsoft.com/office/drawing/2014/main" id="{2469891F-F7E6-F643-1E6C-689BEECB2D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3276" y="3253519"/>
            <a:ext cx="2774873" cy="277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8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3CEC8-B2CC-4EFA-7280-5651EFA1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5C2159F-0819-87FD-0F6B-1957D7B4159C}"/>
              </a:ext>
            </a:extLst>
          </p:cNvPr>
          <p:cNvSpPr txBox="1"/>
          <p:nvPr/>
        </p:nvSpPr>
        <p:spPr>
          <a:xfrm>
            <a:off x="701719" y="1667808"/>
            <a:ext cx="4735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Conteúdos desta apresentação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3CE611C-41F9-3BD7-9F9E-463F94312A54}"/>
              </a:ext>
            </a:extLst>
          </p:cNvPr>
          <p:cNvSpPr/>
          <p:nvPr/>
        </p:nvSpPr>
        <p:spPr>
          <a:xfrm>
            <a:off x="810228" y="1186935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0F8AA2B-4733-A884-ADC9-CD49F81ADD70}"/>
              </a:ext>
            </a:extLst>
          </p:cNvPr>
          <p:cNvSpPr/>
          <p:nvPr/>
        </p:nvSpPr>
        <p:spPr>
          <a:xfrm>
            <a:off x="1076928" y="1186935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E942FD9-2694-6F08-7C30-006A48FDC9B5}"/>
              </a:ext>
            </a:extLst>
          </p:cNvPr>
          <p:cNvSpPr/>
          <p:nvPr/>
        </p:nvSpPr>
        <p:spPr>
          <a:xfrm>
            <a:off x="1343628" y="1186935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45D93C5-7435-0E86-5A01-D2AECDF2933C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EB2CFB9-4E52-6ACF-C0A5-58CFED75B4F4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978B61FF-0BEC-F8A8-51D4-3D3B0B517111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01F2C032-E246-5821-7BC8-113C9B351F72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6A3F1B09-4C08-E9FE-6320-06BA77D3E978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53323CA8-3E54-32B6-1EDB-7CD0085C2F16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A6979411-FA2C-FCBF-05F3-A7AC5290F7FA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D18EFE4A-14B2-5057-60CC-83325EC11D01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7E74140-A870-CC84-9E4A-1CE02DEE75ED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3F6DE370-1C53-F9E5-4065-5BD33DC06EB7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9BD2C353-031F-73E0-A306-F97D6A71FC22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195104E9-D547-96D4-4DEC-8ECCDB683D43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51D7237-A87B-E326-DF22-B48CC16E9004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7D991E2B-6896-14E0-A36B-613BF25C022E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4561ADFB-6F66-5293-8AFE-709B11641DF1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B49B3F1A-0E09-B668-F53E-1C20BDA7D8CE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11FE58FF-1799-606B-43ED-E28C832A64FC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FDE62C06-59CC-2481-C331-925902DE2473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64EBB3B-BC07-0455-477E-A951255668DB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F76F2EF8-8027-CBB8-3C49-C39982E96CC5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77AE7719-FD9D-259D-7B24-1C952733E46C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70A4BD73-25D2-2062-C306-225C67C67BC0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58A1D11-7632-5B2C-1DE9-3B262314D175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5209A75E-1325-0A7F-4067-B441C2FEB314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3FA4BF11-BFB3-4BD6-8F55-78190888C95E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E1B5C148-CE6C-3617-E537-B3C1C2CBE46C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A02851E-0AC4-98E1-5FAF-7EA55BBFD53E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F48D85E-4905-D550-40A9-661EA7096C2B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6234985D-7104-99F7-CC27-A15CF77BE02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863" y="3107538"/>
            <a:ext cx="2220507" cy="22205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152C7B9-FE25-EC38-0DFC-0681D363B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148" y="1668827"/>
            <a:ext cx="3530038" cy="353003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ED52521-02D0-22E3-5718-A212DCD0EF9B}"/>
              </a:ext>
            </a:extLst>
          </p:cNvPr>
          <p:cNvSpPr txBox="1"/>
          <p:nvPr/>
        </p:nvSpPr>
        <p:spPr>
          <a:xfrm>
            <a:off x="4789760" y="2973919"/>
            <a:ext cx="29469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chivo Black" pitchFamily="2" charset="0"/>
                <a:cs typeface="Archivo Black" pitchFamily="2" charset="0"/>
              </a:rPr>
              <a:t>Deixe um star ⭐</a:t>
            </a:r>
            <a:br>
              <a:rPr lang="pt-BR" sz="2800" dirty="0">
                <a:latin typeface="Archivo Black" pitchFamily="2" charset="0"/>
                <a:cs typeface="Archivo Black" pitchFamily="2" charset="0"/>
              </a:rPr>
            </a:br>
            <a:r>
              <a:rPr lang="pt-BR" sz="2800" dirty="0">
                <a:latin typeface="Archivo Black" pitchFamily="2" charset="0"/>
                <a:cs typeface="Archivo Black" pitchFamily="2" charset="0"/>
              </a:rPr>
              <a:t>no </a:t>
            </a:r>
            <a:r>
              <a:rPr lang="pt-BR" sz="2800" dirty="0" err="1">
                <a:latin typeface="Archivo Black" pitchFamily="2" charset="0"/>
                <a:cs typeface="Archivo Black" pitchFamily="2" charset="0"/>
              </a:rPr>
              <a:t>repo</a:t>
            </a:r>
            <a:r>
              <a:rPr lang="pt-BR" sz="2800" dirty="0">
                <a:latin typeface="Archivo Black" pitchFamily="2" charset="0"/>
                <a:cs typeface="Archivo Black" pitchFamily="2" charset="0"/>
              </a:rPr>
              <a:t> apoiando!</a:t>
            </a:r>
            <a:endParaRPr lang="en-US" sz="2800" dirty="0">
              <a:latin typeface="Archivo Black" pitchFamily="2" charset="0"/>
              <a:cs typeface="Archivo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045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6EC31-6706-0480-C785-42979A6AF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CEABF73-FCE8-E530-8478-34DE35546751}"/>
              </a:ext>
            </a:extLst>
          </p:cNvPr>
          <p:cNvSpPr txBox="1"/>
          <p:nvPr/>
        </p:nvSpPr>
        <p:spPr>
          <a:xfrm>
            <a:off x="701719" y="829608"/>
            <a:ext cx="473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Agenda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A06035-ECF2-C53E-2A30-80387BB63E07}"/>
              </a:ext>
            </a:extLst>
          </p:cNvPr>
          <p:cNvSpPr txBox="1"/>
          <p:nvPr/>
        </p:nvSpPr>
        <p:spPr>
          <a:xfrm>
            <a:off x="701719" y="1637133"/>
            <a:ext cx="9318581" cy="109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MCPs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x Arquitetura de Soluções: possibilidades e alternativas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Exemplos práticos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9081C95-8649-08EB-0F6F-CD78A3C62870}"/>
              </a:ext>
            </a:extLst>
          </p:cNvPr>
          <p:cNvSpPr/>
          <p:nvPr/>
        </p:nvSpPr>
        <p:spPr>
          <a:xfrm>
            <a:off x="810228" y="548760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E1F3624-7425-FAF6-64C1-FB24C3AF2546}"/>
              </a:ext>
            </a:extLst>
          </p:cNvPr>
          <p:cNvSpPr/>
          <p:nvPr/>
        </p:nvSpPr>
        <p:spPr>
          <a:xfrm>
            <a:off x="1076928" y="548760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C79A08B-2B14-D282-10A8-F75EC8B3CB7C}"/>
              </a:ext>
            </a:extLst>
          </p:cNvPr>
          <p:cNvSpPr/>
          <p:nvPr/>
        </p:nvSpPr>
        <p:spPr>
          <a:xfrm>
            <a:off x="1343628" y="548760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9BB1F02-0F65-9392-2269-B4347541891C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72CD6A9-9BA8-D944-101C-F65CAE822672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5780203C-7997-1F03-20E2-AB65C468B619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5CC359B4-2867-1675-91F6-25A21515A805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069D2C73-2AED-14EC-BED5-EC3C5108D8DD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4DBF8AC1-0517-A6A0-FCE2-10979342EC89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33118E59-5140-BB82-0AD0-7C2DB49A0338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F5D77CAD-C976-F900-283F-97D8335BCFD2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6D765C8-73FA-2913-C9FA-0771FEAD7639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82AF335D-853D-305E-7F1F-CEA02166F1DC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70BF06E3-F92A-1FDD-4FF3-76B49AEF232F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80804E14-2FAF-C4F0-1917-7B5A82168B96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EBFF3C37-62EC-E219-E86E-4FA47D5A6329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DCE836AB-2454-862E-D1AB-1B1AC2C0D5C8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57EB6C4-BA63-8BF5-F4EE-C57A523CD5B7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7A2A3C51-7098-0AA8-4E8F-58B5C24D7E10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E6B6D18D-2054-6F79-1C56-CBA82DE445AC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CB6FFEC-2CA7-B16A-299E-29F0C93B16C8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543F0673-27A4-A7B2-252F-515A9EE53CEE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EAEB1E51-76E1-4515-1124-EEEA2A21663E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D168D0EE-04C8-02F8-0F61-85F75790D95F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C36241E5-B0D7-45D0-7DE8-1692E9BD3440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521F0923-100D-3CBE-B0B5-261ABC6F652A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7C78D39-1315-601D-AE12-353382E8258E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3B6B6F27-3701-6682-DF5C-D988990AFB3B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4D4B013-F596-E725-7306-3E17AECAF343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7EF153C8-CB12-408A-DCA0-1DC2C4AAB524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F6A52A3-111C-C91C-10D3-34622636FC64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DA524BD7-EBEC-5CCA-8E31-41C0836D06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13194" y="3153360"/>
            <a:ext cx="2365612" cy="236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17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94B3F-466C-BBCF-352E-5BF07859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3E5D06-55C1-80B9-1F46-2F501FE7DF00}"/>
              </a:ext>
            </a:extLst>
          </p:cNvPr>
          <p:cNvSpPr txBox="1"/>
          <p:nvPr/>
        </p:nvSpPr>
        <p:spPr>
          <a:xfrm>
            <a:off x="701719" y="829608"/>
            <a:ext cx="473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MCP: uma visão geral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2B0A60-3320-86CF-4576-EED1B466C16B}"/>
              </a:ext>
            </a:extLst>
          </p:cNvPr>
          <p:cNvSpPr txBox="1"/>
          <p:nvPr/>
        </p:nvSpPr>
        <p:spPr>
          <a:xfrm>
            <a:off x="701719" y="1637133"/>
            <a:ext cx="6997251" cy="428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Model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Context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Protocol</a:t>
            </a:r>
            <a:endParaRPr lang="pt-BR" sz="2300" b="1" dirty="0">
              <a:solidFill>
                <a:srgbClr val="153895"/>
              </a:solidFill>
              <a:latin typeface="Archivo" pitchFamily="2" charset="0"/>
              <a:cs typeface="Archivo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Anunciado pela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Anthropic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em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Novembro/2024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Passagem oficial do projeto MCP para a administração da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Linux Foundation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, via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Agentic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AI Foundation (AAIF)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Uma padronização para simplificar a integração das mais variadas soluções com modelos de Inteligência Artificial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7EF9E5E-7AC8-2925-DF02-F1FEEC4D90FE}"/>
              </a:ext>
            </a:extLst>
          </p:cNvPr>
          <p:cNvSpPr/>
          <p:nvPr/>
        </p:nvSpPr>
        <p:spPr>
          <a:xfrm>
            <a:off x="810228" y="548760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7964A47-CC0F-619C-5BB2-88B4EF4FEABA}"/>
              </a:ext>
            </a:extLst>
          </p:cNvPr>
          <p:cNvSpPr/>
          <p:nvPr/>
        </p:nvSpPr>
        <p:spPr>
          <a:xfrm>
            <a:off x="1076928" y="548760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B3B6F09-551A-7D6F-DDDC-08A9FBD5806F}"/>
              </a:ext>
            </a:extLst>
          </p:cNvPr>
          <p:cNvSpPr/>
          <p:nvPr/>
        </p:nvSpPr>
        <p:spPr>
          <a:xfrm>
            <a:off x="1343628" y="548760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549F9C5-AEEF-8D28-80D7-4A5269135771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E1C8643-F675-F998-2F38-C4A734185ECA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359C63A2-F3DD-2267-81D3-0AB5DA8F5229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B9286521-9578-72BB-A208-99553FAD8175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ED7D6918-4250-1574-1492-80A6185BC4D0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8E72DBB-27AF-7E21-80EE-939E9D1E231A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C5C07CFB-5EEE-698C-F34A-19DEE96E4F47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E346A2A8-5636-61DF-E026-1E9C9C75D8F6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725526EE-FDD5-D055-EF1E-B7FC693E7524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301103BA-33BE-0F03-D5DC-EFFBD01F391D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B3718D2C-0F25-8F9D-577C-FE59D2542A6E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F19A6002-8B45-E969-3F1A-097BF648B27A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E6ACEBF3-294D-ADC9-4D54-EA7F130E7241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86D6806A-A652-CA17-7BE1-9F593AA86C9D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04C74446-99FD-5579-DAD0-1F746A0F0CCB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853AD83-9277-B4DF-FFB6-F5553EEECC4A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BF11DB8-A319-8065-5360-D8FE8031592A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53C2CD94-586F-8BDE-BB03-FF4396A92945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26E48C7D-4F9E-3569-CE0F-54A2CE2516FC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60781BA5-FF53-A664-1B14-FFED91A17EAD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475421B8-85D9-767F-78A2-7403D658CF45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8CBC7BC2-0B50-B570-36B3-F2588D1EA131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58B3CB22-FC99-2061-0C6F-3A88022BD414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DDFE6F5E-384C-31D9-9487-AA55787F4D87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FAEF505-4CEF-EEDB-D379-A8E9D14F1AD0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0A5773F4-A577-1EDD-EBF6-E7BC048D9FDF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6D623763-D19C-E898-ED6E-165F64D9600C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6447C66-1862-4C52-0D9A-8CE4055E038C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C358BF3F-A8C5-8170-9DBE-494D21ED08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5638" y="982662"/>
            <a:ext cx="2976742" cy="2976742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99DF3C7-1042-82AA-ABE4-34F30A253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008" y="4508679"/>
            <a:ext cx="3048001" cy="102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484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5CA8F-19D1-1DCD-6AFF-8D9F0CE2B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8CCDD57-9474-3269-D6CD-2F0F8E4B2D53}"/>
              </a:ext>
            </a:extLst>
          </p:cNvPr>
          <p:cNvSpPr txBox="1"/>
          <p:nvPr/>
        </p:nvSpPr>
        <p:spPr>
          <a:xfrm>
            <a:off x="701719" y="829608"/>
            <a:ext cx="473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MCP: uma visão geral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A60A8B3-753B-11D7-C88A-CB857DDBF317}"/>
              </a:ext>
            </a:extLst>
          </p:cNvPr>
          <p:cNvSpPr txBox="1"/>
          <p:nvPr/>
        </p:nvSpPr>
        <p:spPr>
          <a:xfrm>
            <a:off x="701719" y="1637133"/>
            <a:ext cx="6997251" cy="375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Analogia com uma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"porta USB"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Protocolo aberto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que enfatiza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flexibilidade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Comunicação via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STDIO x HTTP/Streams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Suporte a desenvolvimento nas principais </a:t>
            </a:r>
            <a:r>
              <a:rPr lang="pt-BR" sz="2300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stacks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: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.NET, Java, Node/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Typescript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, Python, Go, Swift,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Kotlin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, Ruby...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300" dirty="0">
              <a:solidFill>
                <a:srgbClr val="153895"/>
              </a:solidFill>
              <a:latin typeface="Archivo" pitchFamily="2" charset="0"/>
              <a:cs typeface="Archivo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815D326-E8C6-E94F-A600-8DECFC72C728}"/>
              </a:ext>
            </a:extLst>
          </p:cNvPr>
          <p:cNvSpPr/>
          <p:nvPr/>
        </p:nvSpPr>
        <p:spPr>
          <a:xfrm>
            <a:off x="810228" y="548760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3CA3906-1984-D757-1943-34C2313FA505}"/>
              </a:ext>
            </a:extLst>
          </p:cNvPr>
          <p:cNvSpPr/>
          <p:nvPr/>
        </p:nvSpPr>
        <p:spPr>
          <a:xfrm>
            <a:off x="1076928" y="548760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4323510-8F29-6CFD-F55A-A34A5ACBF75B}"/>
              </a:ext>
            </a:extLst>
          </p:cNvPr>
          <p:cNvSpPr/>
          <p:nvPr/>
        </p:nvSpPr>
        <p:spPr>
          <a:xfrm>
            <a:off x="1343628" y="548760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D19ADA5-35D7-93C3-A58D-155F092C0D02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BE61606-B019-D1BA-6BD1-51CFF7AC475F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07F7E05C-B7C0-6EEF-4885-E81E846EE807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D27373EB-84A8-D07C-A737-E2C0D7B14166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36B213B9-7B9C-4154-9B87-B405B4204C41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C737A40-7E35-05F5-919B-7A7807F049F9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1D438246-1DFA-E9D4-681B-73F8EA7D98FD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C6290FD5-793A-FDA5-6873-4A743029FD6D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5D6F3C46-F6E0-C2E7-37CE-47AC84689CAD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1936E23F-2B8C-A526-081C-FDC22B4C62AF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96B22ABE-9FC8-E04D-BE08-70C6C8DB5C76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FBE077A9-821F-CD96-6805-3876E6009B40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7A29680-C03B-605D-8C57-197F937128D7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1B28D15A-BB28-ABBF-BB89-6B7D68F4D5FE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71B1CCAA-DEC2-197B-B61B-8D2878E26C4B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48623BA5-D73B-BE1F-1E3B-7323557DC00E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CE1893B-931A-3897-9101-0DC937BA1F9A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BD33055-1476-371D-3DB1-E7CAEFB7D865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F577CE-B46E-3EC4-057E-2B6319A4A96E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D7097A38-4F0A-2A16-CCED-CA385636D55A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B30EFD0-8F05-B9E4-B016-B1CFB3474F81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75CD44BD-202E-B4D1-2CBC-702B7C22926D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DC48BF1-7650-9D76-4A01-5867A87A5E02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E19731F-AA1D-A6AA-0A2F-616B56DFA1B0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F14E339A-15CD-8381-1124-CF60DFE190A9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19B36B1-8203-4BE3-C795-3FD184A99884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20277783-33A6-B1C2-9A27-371A25213CE9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F8845E-3429-9069-2269-EADF4C544A1A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CF0B835-0DB2-19CF-46B8-2E28593A5D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8963" y="1940629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17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DC2F8-6820-F6F6-4D29-3FE77CF8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0C80C0A-5C0F-DCF9-192D-C46E8C08C866}"/>
              </a:ext>
            </a:extLst>
          </p:cNvPr>
          <p:cNvSpPr txBox="1"/>
          <p:nvPr/>
        </p:nvSpPr>
        <p:spPr>
          <a:xfrm>
            <a:off x="701719" y="829608"/>
            <a:ext cx="473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MCP: uma visão geral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5F5D90-199C-2F0B-6609-306655D88EDB}"/>
              </a:ext>
            </a:extLst>
          </p:cNvPr>
          <p:cNvSpPr txBox="1"/>
          <p:nvPr/>
        </p:nvSpPr>
        <p:spPr>
          <a:xfrm>
            <a:off x="701719" y="1637133"/>
            <a:ext cx="6997251" cy="428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MCPs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Servers 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costumam ser distribuídos como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packages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(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npm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,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NuGet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...)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ou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imagens Docker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Há a possibilidade de uso também de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executáveis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Fácil integração com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Visual Studio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Code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/GitHub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Copilot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,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Claude, Cursor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e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outras soluções de IA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que ofereçam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funcionalidades de chat 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(como 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Microsoft Agent Framework, </a:t>
            </a:r>
            <a:r>
              <a:rPr lang="pt-BR" sz="23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LangChain</a:t>
            </a:r>
            <a:r>
              <a:rPr lang="pt-BR" sz="23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...</a:t>
            </a:r>
            <a:r>
              <a:rPr lang="pt-BR" sz="23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300" dirty="0">
              <a:solidFill>
                <a:srgbClr val="153895"/>
              </a:solidFill>
              <a:latin typeface="Archivo" pitchFamily="2" charset="0"/>
              <a:cs typeface="Archivo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60C0114-3962-47B1-C63E-171B02018658}"/>
              </a:ext>
            </a:extLst>
          </p:cNvPr>
          <p:cNvSpPr/>
          <p:nvPr/>
        </p:nvSpPr>
        <p:spPr>
          <a:xfrm>
            <a:off x="810228" y="548760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52541E2E-1BE5-8D48-FE4C-1DF5A91ABC39}"/>
              </a:ext>
            </a:extLst>
          </p:cNvPr>
          <p:cNvSpPr/>
          <p:nvPr/>
        </p:nvSpPr>
        <p:spPr>
          <a:xfrm>
            <a:off x="1076928" y="548760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CE58A87-E7E3-24DC-799A-4720DB804446}"/>
              </a:ext>
            </a:extLst>
          </p:cNvPr>
          <p:cNvSpPr/>
          <p:nvPr/>
        </p:nvSpPr>
        <p:spPr>
          <a:xfrm>
            <a:off x="1343628" y="548760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1405101-179F-9F1D-7210-8A2FBEF22B63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1748142-C267-3786-4C64-5319A9BED116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0FCB993F-1C74-D1F2-C712-51641AC6EAA8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75B114D2-058F-8A49-5120-4B498540ACBE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248F25C4-4DC4-E840-2065-223CB075635B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9D19B73D-057A-83CB-393E-BE449C740D3C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E5323963-7428-3A4D-67A8-9873AA0F8306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9F645EA-EBB3-7C25-63CE-912FFC9E3977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90C2EC78-F595-D785-FD65-146AE7840DB2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8B0C6340-3F46-2F1F-866E-E744D3F2D6FD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DB692556-74F2-25EA-F9CB-3AEBE3A01DA7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4E8350E8-2B3D-9426-D1CD-4267017CB119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F697DB02-1BF1-0983-5B5D-154B44F8DCF9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880D48C9-6CE1-1DB5-F84B-756AA57FFCDB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AA27A404-7843-9DF5-AE2D-C26B08D4B903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5F3A904-70E7-5582-9EE0-A1957F172244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EABE605E-84F1-1B38-3C6B-30773032289E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51E8872-5DC9-6E53-20EB-347B607C67E3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784A640-99A3-57B3-19BE-E290F21B5A88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0A7709AC-960D-057B-1E0B-D817DDAFE233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C87D4FBD-B535-F2C1-220A-B07EA1822021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1C49909-8207-B1DD-F670-413718468F05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22DB009-18B9-72BE-F742-FDEFA60B93A3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244CFAD-1DEA-071B-660D-0DF106C26A16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C7236681-A960-F52F-2F42-96FBBA80EFDE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8A0E7F9B-DBCC-A905-32F0-554F4401603D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734E080-2D12-996F-543C-9A977263FEF8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855C805-E4F0-BFD2-3D3A-42E3D355CD3A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F99DF30C-517D-DB77-0C75-189233B79F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8963" y="1940629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99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90BB4-1D14-EE05-6224-6769F02F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A359BBD-5E5F-B7B0-C29B-D4E11417EB20}"/>
              </a:ext>
            </a:extLst>
          </p:cNvPr>
          <p:cNvSpPr txBox="1"/>
          <p:nvPr/>
        </p:nvSpPr>
        <p:spPr>
          <a:xfrm>
            <a:off x="701719" y="572433"/>
            <a:ext cx="473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MCP: uma visão geral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265D5AB-D447-F3DD-B11B-125B1366765E}"/>
              </a:ext>
            </a:extLst>
          </p:cNvPr>
          <p:cNvSpPr/>
          <p:nvPr/>
        </p:nvSpPr>
        <p:spPr>
          <a:xfrm>
            <a:off x="810228" y="291585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B11A737-DF96-7F00-95F3-F60F9EC4B2D6}"/>
              </a:ext>
            </a:extLst>
          </p:cNvPr>
          <p:cNvSpPr/>
          <p:nvPr/>
        </p:nvSpPr>
        <p:spPr>
          <a:xfrm>
            <a:off x="1076928" y="291585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7CF4292-ACFB-02A5-EDD1-82336F44F31D}"/>
              </a:ext>
            </a:extLst>
          </p:cNvPr>
          <p:cNvSpPr/>
          <p:nvPr/>
        </p:nvSpPr>
        <p:spPr>
          <a:xfrm>
            <a:off x="1343628" y="291585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C292971-D406-2B8B-CA57-1AA8C4C3449D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607C32C-41CE-4279-F873-90C3CA2632CF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3EDFBC5D-2D9D-6498-0003-F510F47560EB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F4B3887-9457-6CCF-0F6A-AE3948D6B4F9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BBA7FA7F-0DF0-B084-8CF9-65ED4715548E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02FCE35-DE57-9C50-EB5D-9219E5D1439A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FD601830-3A57-EEA7-062B-7D3504F8990D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40CE362E-DA41-E798-6501-21E7D54D3679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FDD91840-1BCF-279C-108D-1485EACFBA4E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A5471C38-4EF5-9BC8-B680-A6E35CA0565C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3E7B3650-2A3A-6D83-4E33-D7F045A55880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8008063B-D7C9-BC8C-CF6B-D464FEFA7261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61764C9-4F86-D390-4A92-D004E391BFA2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9495991-8547-6745-3D1B-6DF320688F7B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1395CAA7-C39D-2E19-2E02-8557CFCCD0F2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7C7E075E-A0B7-9A31-1DF7-9D1F017FF8BA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ECE70FC6-B9FD-8EC2-6982-27DB7D1BD8D5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626EEBBF-FC61-72D7-11FF-C009A1ECEF76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2CC0CAEB-404F-3BCE-4076-BC2F6B40FC43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A4367AA-009F-DD36-C492-923F1136E277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C9D6F091-C28A-F720-519B-C5B201C96EDC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E19E136A-98DE-251B-11CC-8BFF1F467B8B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672ED62-7080-78A1-B0E6-EEA815799CA8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23159863-64D2-5332-8224-2B8C8B040677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488B5285-F43F-C0A0-9FCA-6C3607AE15CC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EB7BE1A3-9EA3-DF12-9F8F-934792EC3821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50A2E0D9-558F-8D4D-B792-7D206B42F73F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F9AA69F-B659-FEBD-8D25-AC55744D6ABC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5" name="Imagem 4" descr="https://learn.microsoft.com/en-us/dotnet/ai/media/mcp/model-context-protocol-architecture-diagram.png">
            <a:extLst>
              <a:ext uri="{FF2B5EF4-FFF2-40B4-BE49-F238E27FC236}">
                <a16:creationId xmlns:a16="http://schemas.microsoft.com/office/drawing/2014/main" id="{C83A1BB2-8C37-6722-40DA-8AA180D31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6" y="1216223"/>
            <a:ext cx="10954745" cy="4663652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FD01732-16E3-1602-AE92-C81A890F1734}"/>
              </a:ext>
            </a:extLst>
          </p:cNvPr>
          <p:cNvSpPr txBox="1">
            <a:spLocks/>
          </p:cNvSpPr>
          <p:nvPr/>
        </p:nvSpPr>
        <p:spPr>
          <a:xfrm>
            <a:off x="845737" y="5158728"/>
            <a:ext cx="11200052" cy="85863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t-BR" sz="2400" b="1">
                <a:solidFill>
                  <a:schemeClr val="accent3">
                    <a:lumMod val="75000"/>
                  </a:schemeClr>
                </a:solidFill>
                <a:cs typeface="Segoe UI"/>
              </a:rPr>
              <a:t>Fonte: Microsoft</a:t>
            </a:r>
            <a:endParaRPr lang="pt-BR" sz="2400" b="1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456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EB2C5-11C7-5B2F-39CD-94C9144F1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10FB20C-5C8A-972C-2903-3EF59E715F3F}"/>
              </a:ext>
            </a:extLst>
          </p:cNvPr>
          <p:cNvSpPr txBox="1"/>
          <p:nvPr/>
        </p:nvSpPr>
        <p:spPr>
          <a:xfrm>
            <a:off x="701719" y="829608"/>
            <a:ext cx="7861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IA Generativa como apoio à Arquitetura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0F2B1AF-79A6-3792-1A8D-DC6A8DBBFEB4}"/>
              </a:ext>
            </a:extLst>
          </p:cNvPr>
          <p:cNvSpPr txBox="1"/>
          <p:nvPr/>
        </p:nvSpPr>
        <p:spPr>
          <a:xfrm>
            <a:off x="701719" y="1637133"/>
            <a:ext cx="699725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Explorar </a:t>
            </a:r>
            <a:r>
              <a:rPr lang="pt-BR" sz="28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alternativas arquiteturais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Identificar </a:t>
            </a:r>
            <a:r>
              <a:rPr lang="pt-BR" sz="28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padrões e tecnologias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Avaliar </a:t>
            </a:r>
            <a:r>
              <a:rPr lang="pt-BR" sz="28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trade-</a:t>
            </a:r>
            <a:r>
              <a:rPr lang="pt-BR" sz="2800" b="1" dirty="0" err="1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offs</a:t>
            </a:r>
            <a:r>
              <a:rPr lang="pt-BR" sz="28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 e riscos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Gerar diagramas, documentação e exemplos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Apoiar decisões, sem substituir o arquiteto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5EA6E49-4FA9-5537-8627-C78AA0351C3E}"/>
              </a:ext>
            </a:extLst>
          </p:cNvPr>
          <p:cNvSpPr/>
          <p:nvPr/>
        </p:nvSpPr>
        <p:spPr>
          <a:xfrm>
            <a:off x="810228" y="548760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B57D03B-842B-7D36-7E24-D6423714E866}"/>
              </a:ext>
            </a:extLst>
          </p:cNvPr>
          <p:cNvSpPr/>
          <p:nvPr/>
        </p:nvSpPr>
        <p:spPr>
          <a:xfrm>
            <a:off x="1076928" y="548760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44E1FF7-80F9-2372-8E6C-D8C80FE2B9A9}"/>
              </a:ext>
            </a:extLst>
          </p:cNvPr>
          <p:cNvSpPr/>
          <p:nvPr/>
        </p:nvSpPr>
        <p:spPr>
          <a:xfrm>
            <a:off x="1343628" y="548760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29B180-AF5A-1744-6B0C-F18233649BCB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052077A-5C83-90A9-93B2-B666E889B8D9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98DE9FDB-FA48-7EF3-AF2D-E163FA0AED88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351D22BD-4E55-4D17-86EF-F48381A5EE73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0CDF603D-2AE3-C6B7-0422-82E15876C293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46483D7-C30A-2E3F-7C5C-5DA6D006FA58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CF01C9F-8357-3603-440E-916E2D374761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7FB87F1C-8981-2345-90BB-0281DDA65CD3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7F9DB348-4944-14A0-4069-854B013F2E76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7286245B-B3EF-D5E8-B5DA-A14BBCE6640C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8E119F9-717D-2CF8-E55F-E5BA5449BED0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64DB5B57-1987-69D7-C5F8-B1382B2EB65A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77C19B6B-DC13-AC3F-2174-1413FAE35AE4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0D49008F-824D-DE52-01A2-F960E84EF22C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1934BA6E-7F48-D682-3BF7-88DB5C4AD205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B93B310-2587-EF76-CE1F-EA425477F5E7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18341234-E4B3-3BBE-2F85-4BE200318838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06FCFE77-AE14-0AD5-AE55-A56B9023DCE6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6FBFA72-A38D-6C1D-C82A-73233DEB8FA7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4916F630-9211-158F-FF73-4ACA62DCB24C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687F8E54-4D71-6394-4C87-992B35D3EEDC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AB02BD6-9625-55C8-F187-691A0D154B9E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58C880AF-0626-2393-0C93-49C56BE14AFC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438ECFD9-9AFE-0594-85E2-0DE2DC2330A7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45DF9DA2-16BA-A257-E5E0-DA5B4FCCE28B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7F2C5E55-B2C7-684F-F6A6-E45D98FB2BF4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786F8205-1295-FE8E-FF4F-4B4F25D945F9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252F392-20B5-1D8A-2686-7689EEF6F983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FF79C2EA-52F4-25DC-9F43-5E11A0DE31C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8344" y="3146677"/>
            <a:ext cx="2304093" cy="2304093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71BDD8A4-C317-715D-2746-88F257F8A9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9138" y="1414383"/>
            <a:ext cx="1781143" cy="17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58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09B35-81B6-6852-542B-A26C58A2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EBDAD5C-C529-2CC5-3CE4-09E73D1598BC}"/>
              </a:ext>
            </a:extLst>
          </p:cNvPr>
          <p:cNvSpPr txBox="1"/>
          <p:nvPr/>
        </p:nvSpPr>
        <p:spPr>
          <a:xfrm>
            <a:off x="701719" y="829608"/>
            <a:ext cx="7861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IA Generativa como apoio à Arquitetura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884B53-710E-F6A5-500A-1A643CBA9464}"/>
              </a:ext>
            </a:extLst>
          </p:cNvPr>
          <p:cNvSpPr txBox="1"/>
          <p:nvPr/>
        </p:nvSpPr>
        <p:spPr>
          <a:xfrm>
            <a:off x="701719" y="1637133"/>
            <a:ext cx="6997251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IA deixa de trabalhar apenas com conhecimento estático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MCP </a:t>
            </a: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padroniza o acesso a ferramentas e fontes de dados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IA passa a </a:t>
            </a:r>
            <a:r>
              <a:rPr lang="pt-BR" sz="28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consultar e interagir com o ambiente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812167B-E6F4-5547-AF74-26D5501A266A}"/>
              </a:ext>
            </a:extLst>
          </p:cNvPr>
          <p:cNvSpPr/>
          <p:nvPr/>
        </p:nvSpPr>
        <p:spPr>
          <a:xfrm>
            <a:off x="810228" y="548760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A412EFF8-1BDB-E949-9CFA-17E09828EF4E}"/>
              </a:ext>
            </a:extLst>
          </p:cNvPr>
          <p:cNvSpPr/>
          <p:nvPr/>
        </p:nvSpPr>
        <p:spPr>
          <a:xfrm>
            <a:off x="1076928" y="548760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0FB4737-E11C-01FE-51A1-AB5E8CBA105C}"/>
              </a:ext>
            </a:extLst>
          </p:cNvPr>
          <p:cNvSpPr/>
          <p:nvPr/>
        </p:nvSpPr>
        <p:spPr>
          <a:xfrm>
            <a:off x="1343628" y="548760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1E0D8BF-D31D-2E86-371C-969AA33B754A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D3F97B4-AFAC-8251-9BBC-11ECE2878592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A3F4DDF-5B48-AF52-8653-EAE6F5259D17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E52B5D06-4786-7B00-0DCA-BC650DD754FB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358CAD80-4F2F-8A5A-061D-CC1FF4C09247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56D7D193-ABD1-3617-0236-9346C743C266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A881E993-6BB5-21E8-BF31-329A65AFAFAB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523DBDEB-499E-0C42-A07F-99164F417209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8469899A-85D5-E5A1-A203-64A3C0FC11E1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AAD8EBCE-983F-E3F7-6D94-545E64E255C8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50B65381-A8C6-A9C3-AA30-8C89209EF4E8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817A484C-8A93-432B-3BD1-7D7B3624A6DF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4CC47E47-C5EE-2D19-41AF-A9609B34E8DB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CCE826AA-EE3D-0791-4DCB-866591329EB7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B1131FA4-84AF-C6DB-F97D-0C25232FE207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3DF7EFF0-4625-902B-78CF-E1B6C0AF2161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16D61CFD-78F1-389D-E255-EB8A2F7DD47E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F8F0CD92-140D-2A05-8D6D-C7F6D666A08B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FBFC14A5-5141-B25B-A2E1-27C98D5F8BBB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EB56484-A405-3556-31E1-6E58DE839B9F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C64D4D3B-3B06-FB5A-5647-85CEA32D1D31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34D774B-C905-EFCE-D626-F4A40921C395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60F11385-9552-ED0D-2FA9-B6CF771118C9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AB96A847-EE94-F0C4-61EC-F85C8ED87B9D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F63ACBDC-34CA-B62A-CB6E-F41F445E9D79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7C24306E-889C-3E27-8BC5-D641CAD59AEE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82A9224-6F28-EA7C-6223-76AB2DFCCED6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925FC72-8905-FBDD-F23E-D744C116499D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4CCA64BB-6456-832C-3F13-16908F058E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8344" y="3146677"/>
            <a:ext cx="2304093" cy="2304093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7FEB03EA-45FB-3681-8F69-719F52F53A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9138" y="1414383"/>
            <a:ext cx="1781143" cy="17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41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65F00-E1CA-9170-E8E9-2EB2CEE1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8E14F22-4F8F-201C-BF9E-E6C3A427DC4F}"/>
              </a:ext>
            </a:extLst>
          </p:cNvPr>
          <p:cNvSpPr txBox="1"/>
          <p:nvPr/>
        </p:nvSpPr>
        <p:spPr>
          <a:xfrm>
            <a:off x="701719" y="829608"/>
            <a:ext cx="7861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B5BE1"/>
                </a:solidFill>
                <a:latin typeface="Archivo Black" pitchFamily="2" charset="0"/>
                <a:cs typeface="Archivo Black" pitchFamily="2" charset="0"/>
              </a:rPr>
              <a:t>De perguntas para decisões arquiteturais</a:t>
            </a:r>
            <a:endParaRPr lang="en-US" sz="3200" dirty="0">
              <a:solidFill>
                <a:srgbClr val="2B5BE1"/>
              </a:solidFill>
              <a:latin typeface="Archivo Black" pitchFamily="2" charset="0"/>
              <a:cs typeface="Archivo Black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E8CCF45-9A2B-9647-E3A5-7815F50E0109}"/>
              </a:ext>
            </a:extLst>
          </p:cNvPr>
          <p:cNvSpPr txBox="1"/>
          <p:nvPr/>
        </p:nvSpPr>
        <p:spPr>
          <a:xfrm>
            <a:off x="701719" y="1637133"/>
            <a:ext cx="699725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Contextualizar o problema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Consultar sistemas e informações reais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Gerar e comparar alternativas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Validar requisitos e restrições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153895"/>
                </a:solidFill>
                <a:latin typeface="Archivo" pitchFamily="2" charset="0"/>
                <a:cs typeface="Archivo" pitchFamily="2" charset="0"/>
              </a:rPr>
              <a:t>Documentar a arquitetura escolhida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5C9354A-222D-8A75-2D45-1CF4819DDB3B}"/>
              </a:ext>
            </a:extLst>
          </p:cNvPr>
          <p:cNvSpPr/>
          <p:nvPr/>
        </p:nvSpPr>
        <p:spPr>
          <a:xfrm>
            <a:off x="810228" y="548760"/>
            <a:ext cx="150471" cy="1504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5F768CEB-876D-B80E-B151-891709A85055}"/>
              </a:ext>
            </a:extLst>
          </p:cNvPr>
          <p:cNvSpPr/>
          <p:nvPr/>
        </p:nvSpPr>
        <p:spPr>
          <a:xfrm>
            <a:off x="1076928" y="548760"/>
            <a:ext cx="150471" cy="150471"/>
          </a:xfrm>
          <a:prstGeom prst="ellipse">
            <a:avLst/>
          </a:prstGeom>
          <a:solidFill>
            <a:srgbClr val="00F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F193E4B-11FF-70F8-806C-513CEAFCE0F3}"/>
              </a:ext>
            </a:extLst>
          </p:cNvPr>
          <p:cNvSpPr/>
          <p:nvPr/>
        </p:nvSpPr>
        <p:spPr>
          <a:xfrm>
            <a:off x="1343628" y="548760"/>
            <a:ext cx="150471" cy="150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21CEA22-78FD-73C0-DDB7-6C6E7D39AD6C}"/>
              </a:ext>
            </a:extLst>
          </p:cNvPr>
          <p:cNvSpPr/>
          <p:nvPr/>
        </p:nvSpPr>
        <p:spPr>
          <a:xfrm>
            <a:off x="0" y="6065134"/>
            <a:ext cx="12192000" cy="792866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4F66E1C-3858-A376-5E9E-7E6BDC44F586}"/>
              </a:ext>
            </a:extLst>
          </p:cNvPr>
          <p:cNvGrpSpPr/>
          <p:nvPr/>
        </p:nvGrpSpPr>
        <p:grpSpPr>
          <a:xfrm>
            <a:off x="651070" y="6290867"/>
            <a:ext cx="2312928" cy="340638"/>
            <a:chOff x="651070" y="6290867"/>
            <a:chExt cx="2312928" cy="34063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63ACDB85-9080-275C-0059-8AFEFC3EEF59}"/>
                </a:ext>
              </a:extLst>
            </p:cNvPr>
            <p:cNvSpPr/>
            <p:nvPr/>
          </p:nvSpPr>
          <p:spPr>
            <a:xfrm>
              <a:off x="678362" y="6318262"/>
              <a:ext cx="127034" cy="274016"/>
            </a:xfrm>
            <a:custGeom>
              <a:avLst/>
              <a:gdLst>
                <a:gd name="connsiteX0" fmla="*/ 123028 w 127034"/>
                <a:gd name="connsiteY0" fmla="*/ 251423 h 274016"/>
                <a:gd name="connsiteX1" fmla="*/ 123028 w 127034"/>
                <a:gd name="connsiteY1" fmla="*/ 275023 h 274016"/>
                <a:gd name="connsiteX2" fmla="*/ -3953 w 127034"/>
                <a:gd name="connsiteY2" fmla="*/ 141462 h 274016"/>
                <a:gd name="connsiteX3" fmla="*/ 123028 w 127034"/>
                <a:gd name="connsiteY3" fmla="*/ 1006 h 274016"/>
                <a:gd name="connsiteX4" fmla="*/ 123028 w 127034"/>
                <a:gd name="connsiteY4" fmla="*/ 24605 h 274016"/>
                <a:gd name="connsiteX5" fmla="*/ 47549 w 127034"/>
                <a:gd name="connsiteY5" fmla="*/ 63452 h 274016"/>
                <a:gd name="connsiteX6" fmla="*/ 19836 w 127034"/>
                <a:gd name="connsiteY6" fmla="*/ 143297 h 274016"/>
                <a:gd name="connsiteX7" fmla="*/ 51471 w 127034"/>
                <a:gd name="connsiteY7" fmla="*/ 216499 h 274016"/>
                <a:gd name="connsiteX8" fmla="*/ 123028 w 127034"/>
                <a:gd name="connsiteY8" fmla="*/ 251423 h 27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034" h="274016">
                  <a:moveTo>
                    <a:pt x="123028" y="251423"/>
                  </a:moveTo>
                  <a:lnTo>
                    <a:pt x="123028" y="275023"/>
                  </a:lnTo>
                  <a:cubicBezTo>
                    <a:pt x="52609" y="269885"/>
                    <a:pt x="-2371" y="212057"/>
                    <a:pt x="-3953" y="141462"/>
                  </a:cubicBezTo>
                  <a:cubicBezTo>
                    <a:pt x="-5976" y="68216"/>
                    <a:pt x="49952" y="6320"/>
                    <a:pt x="123028" y="1006"/>
                  </a:cubicBezTo>
                  <a:lnTo>
                    <a:pt x="123028" y="24605"/>
                  </a:lnTo>
                  <a:cubicBezTo>
                    <a:pt x="93734" y="27193"/>
                    <a:pt x="66656" y="41137"/>
                    <a:pt x="47549" y="63452"/>
                  </a:cubicBezTo>
                  <a:cubicBezTo>
                    <a:pt x="28125" y="85343"/>
                    <a:pt x="18128" y="114061"/>
                    <a:pt x="19836" y="143297"/>
                  </a:cubicBezTo>
                  <a:cubicBezTo>
                    <a:pt x="20849" y="170794"/>
                    <a:pt x="32173" y="196911"/>
                    <a:pt x="51471" y="216499"/>
                  </a:cubicBezTo>
                  <a:cubicBezTo>
                    <a:pt x="70261" y="236479"/>
                    <a:pt x="95695" y="248899"/>
                    <a:pt x="123028" y="251423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BD57B5DF-25E9-CBF3-10CD-3919A2C14F50}"/>
                </a:ext>
              </a:extLst>
            </p:cNvPr>
            <p:cNvSpPr/>
            <p:nvPr/>
          </p:nvSpPr>
          <p:spPr>
            <a:xfrm>
              <a:off x="719827" y="6360146"/>
              <a:ext cx="85632" cy="189932"/>
            </a:xfrm>
            <a:custGeom>
              <a:avLst/>
              <a:gdLst>
                <a:gd name="connsiteX0" fmla="*/ 81627 w 85632"/>
                <a:gd name="connsiteY0" fmla="*/ 1006 h 189932"/>
                <a:gd name="connsiteX1" fmla="*/ 81627 w 85632"/>
                <a:gd name="connsiteY1" fmla="*/ 2081 h 189932"/>
                <a:gd name="connsiteX2" fmla="*/ 81627 w 85632"/>
                <a:gd name="connsiteY2" fmla="*/ 36247 h 189932"/>
                <a:gd name="connsiteX3" fmla="*/ 80361 w 85632"/>
                <a:gd name="connsiteY3" fmla="*/ 37828 h 189932"/>
                <a:gd name="connsiteX4" fmla="*/ 34365 w 85632"/>
                <a:gd name="connsiteY4" fmla="*/ 81610 h 189932"/>
                <a:gd name="connsiteX5" fmla="*/ 76945 w 85632"/>
                <a:gd name="connsiteY5" fmla="*/ 153718 h 189932"/>
                <a:gd name="connsiteX6" fmla="*/ 80108 w 85632"/>
                <a:gd name="connsiteY6" fmla="*/ 154432 h 189932"/>
                <a:gd name="connsiteX7" fmla="*/ 81500 w 85632"/>
                <a:gd name="connsiteY7" fmla="*/ 154432 h 189932"/>
                <a:gd name="connsiteX8" fmla="*/ 81500 w 85632"/>
                <a:gd name="connsiteY8" fmla="*/ 190939 h 189932"/>
                <a:gd name="connsiteX9" fmla="*/ -3913 w 85632"/>
                <a:gd name="connsiteY9" fmla="*/ 100022 h 189932"/>
                <a:gd name="connsiteX10" fmla="*/ 81627 w 85632"/>
                <a:gd name="connsiteY10" fmla="*/ 1006 h 1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32" h="189932">
                  <a:moveTo>
                    <a:pt x="81627" y="1006"/>
                  </a:moveTo>
                  <a:lnTo>
                    <a:pt x="81627" y="2081"/>
                  </a:lnTo>
                  <a:cubicBezTo>
                    <a:pt x="81627" y="13470"/>
                    <a:pt x="81627" y="24858"/>
                    <a:pt x="81627" y="36247"/>
                  </a:cubicBezTo>
                  <a:cubicBezTo>
                    <a:pt x="81627" y="37195"/>
                    <a:pt x="81627" y="37575"/>
                    <a:pt x="80361" y="37828"/>
                  </a:cubicBezTo>
                  <a:cubicBezTo>
                    <a:pt x="57647" y="41960"/>
                    <a:pt x="39615" y="59156"/>
                    <a:pt x="34365" y="81610"/>
                  </a:cubicBezTo>
                  <a:cubicBezTo>
                    <a:pt x="26203" y="113282"/>
                    <a:pt x="45310" y="145569"/>
                    <a:pt x="76945" y="153718"/>
                  </a:cubicBezTo>
                  <a:cubicBezTo>
                    <a:pt x="78020" y="153983"/>
                    <a:pt x="79033" y="154224"/>
                    <a:pt x="80108" y="154432"/>
                  </a:cubicBezTo>
                  <a:lnTo>
                    <a:pt x="81500" y="154432"/>
                  </a:lnTo>
                  <a:lnTo>
                    <a:pt x="81500" y="190939"/>
                  </a:lnTo>
                  <a:cubicBezTo>
                    <a:pt x="34365" y="186098"/>
                    <a:pt x="-2015" y="147353"/>
                    <a:pt x="-3913" y="100022"/>
                  </a:cubicBezTo>
                  <a:cubicBezTo>
                    <a:pt x="-6128" y="49571"/>
                    <a:pt x="31392" y="6150"/>
                    <a:pt x="81627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E4F3C9E9-E96B-8C54-070B-C9E4480C070A}"/>
                </a:ext>
              </a:extLst>
            </p:cNvPr>
            <p:cNvSpPr/>
            <p:nvPr/>
          </p:nvSpPr>
          <p:spPr>
            <a:xfrm>
              <a:off x="651070" y="6290930"/>
              <a:ext cx="154325" cy="340575"/>
            </a:xfrm>
            <a:custGeom>
              <a:avLst/>
              <a:gdLst>
                <a:gd name="connsiteX0" fmla="*/ 150320 w 154325"/>
                <a:gd name="connsiteY0" fmla="*/ 1133 h 340575"/>
                <a:gd name="connsiteX1" fmla="*/ 150320 w 154325"/>
                <a:gd name="connsiteY1" fmla="*/ 15241 h 340575"/>
                <a:gd name="connsiteX2" fmla="*/ 37448 w 154325"/>
                <a:gd name="connsiteY2" fmla="*/ 79522 h 340575"/>
                <a:gd name="connsiteX3" fmla="*/ 10622 w 154325"/>
                <a:gd name="connsiteY3" fmla="*/ 171452 h 340575"/>
                <a:gd name="connsiteX4" fmla="*/ 53075 w 154325"/>
                <a:gd name="connsiteY4" fmla="*/ 270087 h 340575"/>
                <a:gd name="connsiteX5" fmla="*/ 150320 w 154325"/>
                <a:gd name="connsiteY5" fmla="*/ 315388 h 340575"/>
                <a:gd name="connsiteX6" fmla="*/ 150320 w 154325"/>
                <a:gd name="connsiteY6" fmla="*/ 329687 h 340575"/>
                <a:gd name="connsiteX7" fmla="*/ 143108 w 154325"/>
                <a:gd name="connsiteY7" fmla="*/ 329117 h 340575"/>
                <a:gd name="connsiteX8" fmla="*/ 114637 w 154325"/>
                <a:gd name="connsiteY8" fmla="*/ 323423 h 340575"/>
                <a:gd name="connsiteX9" fmla="*/ 96731 w 154325"/>
                <a:gd name="connsiteY9" fmla="*/ 317096 h 340575"/>
                <a:gd name="connsiteX10" fmla="*/ 94579 w 154325"/>
                <a:gd name="connsiteY10" fmla="*/ 317096 h 340575"/>
                <a:gd name="connsiteX11" fmla="*/ 35676 w 154325"/>
                <a:gd name="connsiteY11" fmla="*/ 341012 h 340575"/>
                <a:gd name="connsiteX12" fmla="*/ 34031 w 154325"/>
                <a:gd name="connsiteY12" fmla="*/ 341581 h 340575"/>
                <a:gd name="connsiteX13" fmla="*/ 36309 w 154325"/>
                <a:gd name="connsiteY13" fmla="*/ 335887 h 340575"/>
                <a:gd name="connsiteX14" fmla="*/ 53961 w 154325"/>
                <a:gd name="connsiteY14" fmla="*/ 292295 h 340575"/>
                <a:gd name="connsiteX15" fmla="*/ 53518 w 154325"/>
                <a:gd name="connsiteY15" fmla="*/ 290289 h 340575"/>
                <a:gd name="connsiteX16" fmla="*/ 53455 w 154325"/>
                <a:gd name="connsiteY16" fmla="*/ 290270 h 340575"/>
                <a:gd name="connsiteX17" fmla="*/ -829 w 154325"/>
                <a:gd name="connsiteY17" fmla="*/ 197582 h 340575"/>
                <a:gd name="connsiteX18" fmla="*/ -3487 w 154325"/>
                <a:gd name="connsiteY18" fmla="*/ 152914 h 340575"/>
                <a:gd name="connsiteX19" fmla="*/ 92934 w 154325"/>
                <a:gd name="connsiteY19" fmla="*/ 15178 h 340575"/>
                <a:gd name="connsiteX20" fmla="*/ 135577 w 154325"/>
                <a:gd name="connsiteY20" fmla="*/ 2524 h 340575"/>
                <a:gd name="connsiteX21" fmla="*/ 149054 w 154325"/>
                <a:gd name="connsiteY21" fmla="*/ 1006 h 34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25" h="340575">
                  <a:moveTo>
                    <a:pt x="150320" y="1133"/>
                  </a:moveTo>
                  <a:lnTo>
                    <a:pt x="150320" y="15241"/>
                  </a:lnTo>
                  <a:cubicBezTo>
                    <a:pt x="104830" y="18341"/>
                    <a:pt x="63262" y="41991"/>
                    <a:pt x="37448" y="79522"/>
                  </a:cubicBezTo>
                  <a:cubicBezTo>
                    <a:pt x="18340" y="106241"/>
                    <a:pt x="8913" y="138653"/>
                    <a:pt x="10622" y="171452"/>
                  </a:cubicBezTo>
                  <a:cubicBezTo>
                    <a:pt x="11762" y="208521"/>
                    <a:pt x="26945" y="243774"/>
                    <a:pt x="53075" y="270087"/>
                  </a:cubicBezTo>
                  <a:cubicBezTo>
                    <a:pt x="78699" y="296781"/>
                    <a:pt x="113370" y="312939"/>
                    <a:pt x="150320" y="315388"/>
                  </a:cubicBezTo>
                  <a:lnTo>
                    <a:pt x="150320" y="329687"/>
                  </a:lnTo>
                  <a:cubicBezTo>
                    <a:pt x="147853" y="329687"/>
                    <a:pt x="145448" y="329687"/>
                    <a:pt x="143108" y="329117"/>
                  </a:cubicBezTo>
                  <a:cubicBezTo>
                    <a:pt x="133427" y="328143"/>
                    <a:pt x="123937" y="326232"/>
                    <a:pt x="114637" y="323423"/>
                  </a:cubicBezTo>
                  <a:cubicBezTo>
                    <a:pt x="108625" y="321588"/>
                    <a:pt x="102678" y="319247"/>
                    <a:pt x="96731" y="317096"/>
                  </a:cubicBezTo>
                  <a:cubicBezTo>
                    <a:pt x="96034" y="316805"/>
                    <a:pt x="95276" y="316805"/>
                    <a:pt x="94579" y="317096"/>
                  </a:cubicBezTo>
                  <a:lnTo>
                    <a:pt x="35676" y="341012"/>
                  </a:lnTo>
                  <a:lnTo>
                    <a:pt x="34031" y="341581"/>
                  </a:lnTo>
                  <a:cubicBezTo>
                    <a:pt x="34854" y="339557"/>
                    <a:pt x="35612" y="337722"/>
                    <a:pt x="36309" y="335887"/>
                  </a:cubicBezTo>
                  <a:lnTo>
                    <a:pt x="53961" y="292295"/>
                  </a:lnTo>
                  <a:cubicBezTo>
                    <a:pt x="54405" y="291612"/>
                    <a:pt x="54151" y="290713"/>
                    <a:pt x="53518" y="290289"/>
                  </a:cubicBezTo>
                  <a:cubicBezTo>
                    <a:pt x="53455" y="290283"/>
                    <a:pt x="53455" y="290277"/>
                    <a:pt x="53455" y="290270"/>
                  </a:cubicBezTo>
                  <a:cubicBezTo>
                    <a:pt x="25427" y="266368"/>
                    <a:pt x="6320" y="233708"/>
                    <a:pt x="-829" y="197582"/>
                  </a:cubicBezTo>
                  <a:cubicBezTo>
                    <a:pt x="-3804" y="182891"/>
                    <a:pt x="-4689" y="167852"/>
                    <a:pt x="-3487" y="152914"/>
                  </a:cubicBezTo>
                  <a:cubicBezTo>
                    <a:pt x="1005" y="92802"/>
                    <a:pt x="38018" y="39954"/>
                    <a:pt x="92934" y="15178"/>
                  </a:cubicBezTo>
                  <a:cubicBezTo>
                    <a:pt x="106475" y="8978"/>
                    <a:pt x="120837" y="4739"/>
                    <a:pt x="135577" y="2524"/>
                  </a:cubicBezTo>
                  <a:cubicBezTo>
                    <a:pt x="140069" y="1828"/>
                    <a:pt x="144563" y="1449"/>
                    <a:pt x="149054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AD56FB59-8D4D-174C-2F2F-E0EC8D72CD58}"/>
                </a:ext>
              </a:extLst>
            </p:cNvPr>
            <p:cNvSpPr/>
            <p:nvPr/>
          </p:nvSpPr>
          <p:spPr>
            <a:xfrm>
              <a:off x="887962" y="6498072"/>
              <a:ext cx="55928" cy="64913"/>
            </a:xfrm>
            <a:custGeom>
              <a:avLst/>
              <a:gdLst>
                <a:gd name="connsiteX0" fmla="*/ -4006 w 55928"/>
                <a:gd name="connsiteY0" fmla="*/ 46243 h 64913"/>
                <a:gd name="connsiteX1" fmla="*/ 29337 w 55928"/>
                <a:gd name="connsiteY1" fmla="*/ 1006 h 64913"/>
                <a:gd name="connsiteX2" fmla="*/ 51922 w 55928"/>
                <a:gd name="connsiteY2" fmla="*/ 8219 h 64913"/>
                <a:gd name="connsiteX3" fmla="*/ 9279 w 55928"/>
                <a:gd name="connsiteY3" fmla="*/ 65920 h 6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28" h="64913">
                  <a:moveTo>
                    <a:pt x="-4006" y="46243"/>
                  </a:moveTo>
                  <a:cubicBezTo>
                    <a:pt x="10671" y="34159"/>
                    <a:pt x="22123" y="18614"/>
                    <a:pt x="29337" y="1006"/>
                  </a:cubicBezTo>
                  <a:lnTo>
                    <a:pt x="51922" y="8219"/>
                  </a:lnTo>
                  <a:cubicBezTo>
                    <a:pt x="43065" y="30881"/>
                    <a:pt x="28323" y="50786"/>
                    <a:pt x="9279" y="6592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5A626783-FFA9-B509-71D0-8646DEA7D542}"/>
                </a:ext>
              </a:extLst>
            </p:cNvPr>
            <p:cNvSpPr/>
            <p:nvPr/>
          </p:nvSpPr>
          <p:spPr>
            <a:xfrm>
              <a:off x="822605" y="6317946"/>
              <a:ext cx="65040" cy="39732"/>
            </a:xfrm>
            <a:custGeom>
              <a:avLst/>
              <a:gdLst>
                <a:gd name="connsiteX0" fmla="*/ -3816 w 65040"/>
                <a:gd name="connsiteY0" fmla="*/ 1006 h 39732"/>
                <a:gd name="connsiteX1" fmla="*/ 61034 w 65040"/>
                <a:gd name="connsiteY1" fmla="*/ 21062 h 39732"/>
                <a:gd name="connsiteX2" fmla="*/ 47811 w 65040"/>
                <a:gd name="connsiteY2" fmla="*/ 40738 h 39732"/>
                <a:gd name="connsiteX3" fmla="*/ 46736 w 65040"/>
                <a:gd name="connsiteY3" fmla="*/ 40169 h 39732"/>
                <a:gd name="connsiteX4" fmla="*/ 5168 w 65040"/>
                <a:gd name="connsiteY4" fmla="*/ 25617 h 39732"/>
                <a:gd name="connsiteX5" fmla="*/ -2994 w 65040"/>
                <a:gd name="connsiteY5" fmla="*/ 24795 h 39732"/>
                <a:gd name="connsiteX6" fmla="*/ -4006 w 65040"/>
                <a:gd name="connsiteY6" fmla="*/ 23909 h 39732"/>
                <a:gd name="connsiteX7" fmla="*/ -4006 w 65040"/>
                <a:gd name="connsiteY7" fmla="*/ 1449 h 39732"/>
                <a:gd name="connsiteX8" fmla="*/ -3816 w 65040"/>
                <a:gd name="connsiteY8" fmla="*/ 1006 h 3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0" h="39732">
                  <a:moveTo>
                    <a:pt x="-3816" y="1006"/>
                  </a:moveTo>
                  <a:cubicBezTo>
                    <a:pt x="19150" y="2145"/>
                    <a:pt x="41420" y="9041"/>
                    <a:pt x="61034" y="21062"/>
                  </a:cubicBezTo>
                  <a:lnTo>
                    <a:pt x="47811" y="40738"/>
                  </a:lnTo>
                  <a:lnTo>
                    <a:pt x="46736" y="40169"/>
                  </a:lnTo>
                  <a:cubicBezTo>
                    <a:pt x="33955" y="32646"/>
                    <a:pt x="19846" y="27699"/>
                    <a:pt x="5168" y="25617"/>
                  </a:cubicBezTo>
                  <a:cubicBezTo>
                    <a:pt x="2447" y="25237"/>
                    <a:pt x="-273" y="25048"/>
                    <a:pt x="-2994" y="24795"/>
                  </a:cubicBezTo>
                  <a:cubicBezTo>
                    <a:pt x="-3689" y="24795"/>
                    <a:pt x="-4006" y="24795"/>
                    <a:pt x="-4006" y="23909"/>
                  </a:cubicBezTo>
                  <a:cubicBezTo>
                    <a:pt x="-4006" y="16380"/>
                    <a:pt x="-4006" y="8914"/>
                    <a:pt x="-4006" y="1449"/>
                  </a:cubicBezTo>
                  <a:cubicBezTo>
                    <a:pt x="-4006" y="1259"/>
                    <a:pt x="-3943" y="1132"/>
                    <a:pt x="-381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79702CDB-45ED-FC29-9650-B6FE2849A2C4}"/>
                </a:ext>
              </a:extLst>
            </p:cNvPr>
            <p:cNvSpPr/>
            <p:nvPr/>
          </p:nvSpPr>
          <p:spPr>
            <a:xfrm>
              <a:off x="822732" y="6553179"/>
              <a:ext cx="64407" cy="39416"/>
            </a:xfrm>
            <a:custGeom>
              <a:avLst/>
              <a:gdLst>
                <a:gd name="connsiteX0" fmla="*/ -4006 w 64407"/>
                <a:gd name="connsiteY0" fmla="*/ 40422 h 39416"/>
                <a:gd name="connsiteX1" fmla="*/ -4006 w 64407"/>
                <a:gd name="connsiteY1" fmla="*/ 16760 h 39416"/>
                <a:gd name="connsiteX2" fmla="*/ 47179 w 64407"/>
                <a:gd name="connsiteY2" fmla="*/ 1006 h 39416"/>
                <a:gd name="connsiteX3" fmla="*/ 60401 w 64407"/>
                <a:gd name="connsiteY3" fmla="*/ 20619 h 39416"/>
                <a:gd name="connsiteX4" fmla="*/ -4006 w 64407"/>
                <a:gd name="connsiteY4" fmla="*/ 40422 h 3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07" h="39416">
                  <a:moveTo>
                    <a:pt x="-4006" y="40422"/>
                  </a:moveTo>
                  <a:lnTo>
                    <a:pt x="-4006" y="16760"/>
                  </a:lnTo>
                  <a:cubicBezTo>
                    <a:pt x="14089" y="15640"/>
                    <a:pt x="31613" y="10237"/>
                    <a:pt x="47179" y="1006"/>
                  </a:cubicBezTo>
                  <a:lnTo>
                    <a:pt x="60401" y="20619"/>
                  </a:lnTo>
                  <a:cubicBezTo>
                    <a:pt x="40915" y="32495"/>
                    <a:pt x="18771" y="39302"/>
                    <a:pt x="-4006" y="40422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0D106227-62A0-D9A0-1776-1110BE37789E}"/>
                </a:ext>
              </a:extLst>
            </p:cNvPr>
            <p:cNvSpPr/>
            <p:nvPr/>
          </p:nvSpPr>
          <p:spPr>
            <a:xfrm>
              <a:off x="822605" y="6359640"/>
              <a:ext cx="41757" cy="43085"/>
            </a:xfrm>
            <a:custGeom>
              <a:avLst/>
              <a:gdLst>
                <a:gd name="connsiteX0" fmla="*/ 37752 w 41757"/>
                <a:gd name="connsiteY0" fmla="*/ 13976 h 43085"/>
                <a:gd name="connsiteX1" fmla="*/ 17505 w 41757"/>
                <a:gd name="connsiteY1" fmla="*/ 44092 h 43085"/>
                <a:gd name="connsiteX2" fmla="*/ 8584 w 41757"/>
                <a:gd name="connsiteY2" fmla="*/ 40485 h 43085"/>
                <a:gd name="connsiteX3" fmla="*/ -2994 w 41757"/>
                <a:gd name="connsiteY3" fmla="*/ 37765 h 43085"/>
                <a:gd name="connsiteX4" fmla="*/ -4006 w 41757"/>
                <a:gd name="connsiteY4" fmla="*/ 36626 h 43085"/>
                <a:gd name="connsiteX5" fmla="*/ -4006 w 41757"/>
                <a:gd name="connsiteY5" fmla="*/ 1575 h 43085"/>
                <a:gd name="connsiteX6" fmla="*/ -4006 w 41757"/>
                <a:gd name="connsiteY6" fmla="*/ 1006 h 43085"/>
                <a:gd name="connsiteX7" fmla="*/ 37752 w 41757"/>
                <a:gd name="connsiteY7" fmla="*/ 13976 h 4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757" h="43085">
                  <a:moveTo>
                    <a:pt x="37752" y="13976"/>
                  </a:moveTo>
                  <a:lnTo>
                    <a:pt x="17505" y="44092"/>
                  </a:lnTo>
                  <a:cubicBezTo>
                    <a:pt x="14468" y="42826"/>
                    <a:pt x="11558" y="41435"/>
                    <a:pt x="8584" y="40485"/>
                  </a:cubicBezTo>
                  <a:cubicBezTo>
                    <a:pt x="5611" y="39537"/>
                    <a:pt x="866" y="38587"/>
                    <a:pt x="-2994" y="37765"/>
                  </a:cubicBezTo>
                  <a:cubicBezTo>
                    <a:pt x="-3626" y="37765"/>
                    <a:pt x="-4006" y="37449"/>
                    <a:pt x="-4006" y="36626"/>
                  </a:cubicBezTo>
                  <a:lnTo>
                    <a:pt x="-4006" y="1575"/>
                  </a:lnTo>
                  <a:cubicBezTo>
                    <a:pt x="-4006" y="1385"/>
                    <a:pt x="-4006" y="1196"/>
                    <a:pt x="-4006" y="1006"/>
                  </a:cubicBezTo>
                  <a:cubicBezTo>
                    <a:pt x="10736" y="2043"/>
                    <a:pt x="25035" y="6479"/>
                    <a:pt x="37752" y="1397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6379ED1B-0222-6968-7DA5-3937CE57AA57}"/>
                </a:ext>
              </a:extLst>
            </p:cNvPr>
            <p:cNvSpPr/>
            <p:nvPr/>
          </p:nvSpPr>
          <p:spPr>
            <a:xfrm>
              <a:off x="908841" y="6325285"/>
              <a:ext cx="60293" cy="73897"/>
            </a:xfrm>
            <a:custGeom>
              <a:avLst/>
              <a:gdLst>
                <a:gd name="connsiteX0" fmla="*/ -4006 w 60293"/>
                <a:gd name="connsiteY0" fmla="*/ 12964 h 73897"/>
                <a:gd name="connsiteX1" fmla="*/ 4028 w 60293"/>
                <a:gd name="connsiteY1" fmla="*/ 1006 h 73897"/>
                <a:gd name="connsiteX2" fmla="*/ 56288 w 60293"/>
                <a:gd name="connsiteY2" fmla="*/ 70601 h 73897"/>
                <a:gd name="connsiteX3" fmla="*/ 42559 w 60293"/>
                <a:gd name="connsiteY3" fmla="*/ 74904 h 73897"/>
                <a:gd name="connsiteX4" fmla="*/ 23578 w 60293"/>
                <a:gd name="connsiteY4" fmla="*/ 40739 h 73897"/>
                <a:gd name="connsiteX5" fmla="*/ -4006 w 60293"/>
                <a:gd name="connsiteY5" fmla="*/ 12964 h 7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93" h="73897">
                  <a:moveTo>
                    <a:pt x="-4006" y="12964"/>
                  </a:moveTo>
                  <a:lnTo>
                    <a:pt x="4028" y="1006"/>
                  </a:lnTo>
                  <a:cubicBezTo>
                    <a:pt x="27375" y="19120"/>
                    <a:pt x="45406" y="43149"/>
                    <a:pt x="56288" y="70601"/>
                  </a:cubicBezTo>
                  <a:lnTo>
                    <a:pt x="42559" y="74904"/>
                  </a:lnTo>
                  <a:cubicBezTo>
                    <a:pt x="37750" y="62743"/>
                    <a:pt x="31360" y="51260"/>
                    <a:pt x="23578" y="40739"/>
                  </a:cubicBezTo>
                  <a:cubicBezTo>
                    <a:pt x="15606" y="30318"/>
                    <a:pt x="6369" y="20986"/>
                    <a:pt x="-4006" y="12964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B2567EBB-4EF9-7B68-2049-1B0AE60174A1}"/>
                </a:ext>
              </a:extLst>
            </p:cNvPr>
            <p:cNvSpPr/>
            <p:nvPr/>
          </p:nvSpPr>
          <p:spPr>
            <a:xfrm>
              <a:off x="822732" y="6508132"/>
              <a:ext cx="41124" cy="42706"/>
            </a:xfrm>
            <a:custGeom>
              <a:avLst/>
              <a:gdLst>
                <a:gd name="connsiteX0" fmla="*/ 37119 w 41124"/>
                <a:gd name="connsiteY0" fmla="*/ 31058 h 42706"/>
                <a:gd name="connsiteX1" fmla="*/ -4006 w 41124"/>
                <a:gd name="connsiteY1" fmla="*/ 43712 h 42706"/>
                <a:gd name="connsiteX2" fmla="*/ -4006 w 41124"/>
                <a:gd name="connsiteY2" fmla="*/ 7333 h 42706"/>
                <a:gd name="connsiteX3" fmla="*/ 16746 w 41124"/>
                <a:gd name="connsiteY3" fmla="*/ 1006 h 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42706">
                  <a:moveTo>
                    <a:pt x="37119" y="31058"/>
                  </a:moveTo>
                  <a:cubicBezTo>
                    <a:pt x="24591" y="38423"/>
                    <a:pt x="10483" y="42757"/>
                    <a:pt x="-4006" y="43712"/>
                  </a:cubicBezTo>
                  <a:lnTo>
                    <a:pt x="-4006" y="7333"/>
                  </a:lnTo>
                  <a:cubicBezTo>
                    <a:pt x="3206" y="6491"/>
                    <a:pt x="10293" y="4353"/>
                    <a:pt x="16746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814B786F-E5F1-A7A4-07A8-2A0EE4553032}"/>
                </a:ext>
              </a:extLst>
            </p:cNvPr>
            <p:cNvSpPr/>
            <p:nvPr/>
          </p:nvSpPr>
          <p:spPr>
            <a:xfrm>
              <a:off x="822732" y="6290867"/>
              <a:ext cx="80097" cy="36506"/>
            </a:xfrm>
            <a:custGeom>
              <a:avLst/>
              <a:gdLst>
                <a:gd name="connsiteX0" fmla="*/ 76092 w 80097"/>
                <a:gd name="connsiteY0" fmla="*/ 25617 h 36506"/>
                <a:gd name="connsiteX1" fmla="*/ 68056 w 80097"/>
                <a:gd name="connsiteY1" fmla="*/ 37512 h 36506"/>
                <a:gd name="connsiteX2" fmla="*/ 33448 w 80097"/>
                <a:gd name="connsiteY2" fmla="*/ 21758 h 36506"/>
                <a:gd name="connsiteX3" fmla="*/ -4006 w 80097"/>
                <a:gd name="connsiteY3" fmla="*/ 15431 h 36506"/>
                <a:gd name="connsiteX4" fmla="*/ -4006 w 80097"/>
                <a:gd name="connsiteY4" fmla="*/ 1006 h 36506"/>
                <a:gd name="connsiteX5" fmla="*/ 76092 w 80097"/>
                <a:gd name="connsiteY5" fmla="*/ 25617 h 3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97" h="36506">
                  <a:moveTo>
                    <a:pt x="76092" y="25617"/>
                  </a:moveTo>
                  <a:lnTo>
                    <a:pt x="68056" y="37512"/>
                  </a:lnTo>
                  <a:cubicBezTo>
                    <a:pt x="57238" y="30869"/>
                    <a:pt x="45597" y="25554"/>
                    <a:pt x="33448" y="21758"/>
                  </a:cubicBezTo>
                  <a:cubicBezTo>
                    <a:pt x="21301" y="18088"/>
                    <a:pt x="8711" y="15937"/>
                    <a:pt x="-4006" y="15431"/>
                  </a:cubicBezTo>
                  <a:lnTo>
                    <a:pt x="-4006" y="1006"/>
                  </a:lnTo>
                  <a:cubicBezTo>
                    <a:pt x="24401" y="2145"/>
                    <a:pt x="51987" y="10623"/>
                    <a:pt x="76092" y="2561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2E93EAB0-F36D-EEF9-226C-356A6DC0D20B}"/>
                </a:ext>
              </a:extLst>
            </p:cNvPr>
            <p:cNvSpPr/>
            <p:nvPr/>
          </p:nvSpPr>
          <p:spPr>
            <a:xfrm>
              <a:off x="822732" y="6583485"/>
              <a:ext cx="79592" cy="36316"/>
            </a:xfrm>
            <a:custGeom>
              <a:avLst/>
              <a:gdLst>
                <a:gd name="connsiteX0" fmla="*/ 67615 w 79592"/>
                <a:gd name="connsiteY0" fmla="*/ 1006 h 36316"/>
                <a:gd name="connsiteX1" fmla="*/ 75586 w 79592"/>
                <a:gd name="connsiteY1" fmla="*/ 12900 h 36316"/>
                <a:gd name="connsiteX2" fmla="*/ -4006 w 79592"/>
                <a:gd name="connsiteY2" fmla="*/ 37322 h 36316"/>
                <a:gd name="connsiteX3" fmla="*/ -4006 w 79592"/>
                <a:gd name="connsiteY3" fmla="*/ 22960 h 36316"/>
                <a:gd name="connsiteX4" fmla="*/ 33070 w 79592"/>
                <a:gd name="connsiteY4" fmla="*/ 16633 h 36316"/>
                <a:gd name="connsiteX5" fmla="*/ 67615 w 79592"/>
                <a:gd name="connsiteY5" fmla="*/ 1006 h 3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92" h="36316">
                  <a:moveTo>
                    <a:pt x="67615" y="1006"/>
                  </a:moveTo>
                  <a:lnTo>
                    <a:pt x="75586" y="12900"/>
                  </a:lnTo>
                  <a:cubicBezTo>
                    <a:pt x="51607" y="27762"/>
                    <a:pt x="24211" y="36177"/>
                    <a:pt x="-4006" y="37322"/>
                  </a:cubicBezTo>
                  <a:lnTo>
                    <a:pt x="-4006" y="22960"/>
                  </a:lnTo>
                  <a:cubicBezTo>
                    <a:pt x="8584" y="22378"/>
                    <a:pt x="21048" y="20259"/>
                    <a:pt x="33070" y="16633"/>
                  </a:cubicBezTo>
                  <a:cubicBezTo>
                    <a:pt x="45217" y="12881"/>
                    <a:pt x="56796" y="7630"/>
                    <a:pt x="67615" y="100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7B3438E4-E547-3D75-D551-7186F534DA78}"/>
                </a:ext>
              </a:extLst>
            </p:cNvPr>
            <p:cNvSpPr/>
            <p:nvPr/>
          </p:nvSpPr>
          <p:spPr>
            <a:xfrm>
              <a:off x="858040" y="6382607"/>
              <a:ext cx="45359" cy="45680"/>
            </a:xfrm>
            <a:custGeom>
              <a:avLst/>
              <a:gdLst>
                <a:gd name="connsiteX0" fmla="*/ 41353 w 45359"/>
                <a:gd name="connsiteY0" fmla="*/ 34665 h 45680"/>
                <a:gd name="connsiteX1" fmla="*/ 6808 w 45359"/>
                <a:gd name="connsiteY1" fmla="*/ 46686 h 45680"/>
                <a:gd name="connsiteX2" fmla="*/ 4152 w 45359"/>
                <a:gd name="connsiteY2" fmla="*/ 42130 h 45680"/>
                <a:gd name="connsiteX3" fmla="*/ -3568 w 45359"/>
                <a:gd name="connsiteY3" fmla="*/ 32261 h 45680"/>
                <a:gd name="connsiteX4" fmla="*/ -3568 w 45359"/>
                <a:gd name="connsiteY4" fmla="*/ 30679 h 45680"/>
                <a:gd name="connsiteX5" fmla="*/ 16109 w 45359"/>
                <a:gd name="connsiteY5" fmla="*/ 1575 h 45680"/>
                <a:gd name="connsiteX6" fmla="*/ 16552 w 45359"/>
                <a:gd name="connsiteY6" fmla="*/ 1006 h 45680"/>
                <a:gd name="connsiteX7" fmla="*/ 41353 w 45359"/>
                <a:gd name="connsiteY7" fmla="*/ 34665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9" h="45680">
                  <a:moveTo>
                    <a:pt x="41353" y="34665"/>
                  </a:moveTo>
                  <a:lnTo>
                    <a:pt x="6808" y="46686"/>
                  </a:lnTo>
                  <a:cubicBezTo>
                    <a:pt x="5985" y="45117"/>
                    <a:pt x="5100" y="43598"/>
                    <a:pt x="4152" y="42130"/>
                  </a:cubicBezTo>
                  <a:cubicBezTo>
                    <a:pt x="1683" y="38777"/>
                    <a:pt x="-973" y="35804"/>
                    <a:pt x="-3568" y="32261"/>
                  </a:cubicBezTo>
                  <a:cubicBezTo>
                    <a:pt x="-3947" y="31754"/>
                    <a:pt x="-4327" y="31438"/>
                    <a:pt x="-3568" y="30679"/>
                  </a:cubicBezTo>
                  <a:lnTo>
                    <a:pt x="16109" y="1575"/>
                  </a:lnTo>
                  <a:cubicBezTo>
                    <a:pt x="16109" y="1575"/>
                    <a:pt x="16109" y="1575"/>
                    <a:pt x="16552" y="1006"/>
                  </a:cubicBezTo>
                  <a:cubicBezTo>
                    <a:pt x="27181" y="10262"/>
                    <a:pt x="35659" y="21752"/>
                    <a:pt x="41353" y="3466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ED7248D5-DED0-BE5E-488D-66F26CE2ED6E}"/>
                </a:ext>
              </a:extLst>
            </p:cNvPr>
            <p:cNvSpPr/>
            <p:nvPr/>
          </p:nvSpPr>
          <p:spPr>
            <a:xfrm>
              <a:off x="1042833" y="6387590"/>
              <a:ext cx="162849" cy="178660"/>
            </a:xfrm>
            <a:custGeom>
              <a:avLst/>
              <a:gdLst>
                <a:gd name="connsiteX0" fmla="*/ 81101 w 162849"/>
                <a:gd name="connsiteY0" fmla="*/ 179628 h 178660"/>
                <a:gd name="connsiteX1" fmla="*/ 35041 w 162849"/>
                <a:gd name="connsiteY1" fmla="*/ 170201 h 178660"/>
                <a:gd name="connsiteX2" fmla="*/ 6002 w 162849"/>
                <a:gd name="connsiteY2" fmla="*/ 140908 h 178660"/>
                <a:gd name="connsiteX3" fmla="*/ -3932 w 162849"/>
                <a:gd name="connsiteY3" fmla="*/ 90293 h 178660"/>
                <a:gd name="connsiteX4" fmla="*/ 18339 w 162849"/>
                <a:gd name="connsiteY4" fmla="*/ 22975 h 178660"/>
                <a:gd name="connsiteX5" fmla="*/ 81101 w 162849"/>
                <a:gd name="connsiteY5" fmla="*/ 1021 h 178660"/>
                <a:gd name="connsiteX6" fmla="*/ 120834 w 162849"/>
                <a:gd name="connsiteY6" fmla="*/ 8550 h 178660"/>
                <a:gd name="connsiteX7" fmla="*/ 148608 w 162849"/>
                <a:gd name="connsiteY7" fmla="*/ 31200 h 178660"/>
                <a:gd name="connsiteX8" fmla="*/ 158795 w 162849"/>
                <a:gd name="connsiteY8" fmla="*/ 69161 h 178660"/>
                <a:gd name="connsiteX9" fmla="*/ 120834 w 162849"/>
                <a:gd name="connsiteY9" fmla="*/ 69161 h 178660"/>
                <a:gd name="connsiteX10" fmla="*/ 115962 w 162849"/>
                <a:gd name="connsiteY10" fmla="*/ 48662 h 178660"/>
                <a:gd name="connsiteX11" fmla="*/ 102170 w 162849"/>
                <a:gd name="connsiteY11" fmla="*/ 36008 h 178660"/>
                <a:gd name="connsiteX12" fmla="*/ 81418 w 162849"/>
                <a:gd name="connsiteY12" fmla="*/ 31579 h 178660"/>
                <a:gd name="connsiteX13" fmla="*/ 54845 w 162849"/>
                <a:gd name="connsiteY13" fmla="*/ 37906 h 178660"/>
                <a:gd name="connsiteX14" fmla="*/ 39533 w 162849"/>
                <a:gd name="connsiteY14" fmla="*/ 56381 h 178660"/>
                <a:gd name="connsiteX15" fmla="*/ 34598 w 162849"/>
                <a:gd name="connsiteY15" fmla="*/ 86180 h 178660"/>
                <a:gd name="connsiteX16" fmla="*/ 34598 w 162849"/>
                <a:gd name="connsiteY16" fmla="*/ 93962 h 178660"/>
                <a:gd name="connsiteX17" fmla="*/ 39660 w 162849"/>
                <a:gd name="connsiteY17" fmla="*/ 124268 h 178660"/>
                <a:gd name="connsiteX18" fmla="*/ 54845 w 162849"/>
                <a:gd name="connsiteY18" fmla="*/ 142616 h 178660"/>
                <a:gd name="connsiteX19" fmla="*/ 81164 w 162849"/>
                <a:gd name="connsiteY19" fmla="*/ 148943 h 178660"/>
                <a:gd name="connsiteX20" fmla="*/ 103055 w 162849"/>
                <a:gd name="connsiteY20" fmla="*/ 144641 h 178660"/>
                <a:gd name="connsiteX21" fmla="*/ 117354 w 162849"/>
                <a:gd name="connsiteY21" fmla="*/ 131987 h 178660"/>
                <a:gd name="connsiteX22" fmla="*/ 122416 w 162849"/>
                <a:gd name="connsiteY22" fmla="*/ 111614 h 178660"/>
                <a:gd name="connsiteX23" fmla="*/ 158605 w 162849"/>
                <a:gd name="connsiteY23" fmla="*/ 111614 h 178660"/>
                <a:gd name="connsiteX24" fmla="*/ 148672 w 162849"/>
                <a:gd name="connsiteY24" fmla="*/ 149576 h 178660"/>
                <a:gd name="connsiteX25" fmla="*/ 121151 w 162849"/>
                <a:gd name="connsiteY25" fmla="*/ 172099 h 178660"/>
                <a:gd name="connsiteX26" fmla="*/ 81101 w 162849"/>
                <a:gd name="connsiteY26" fmla="*/ 179628 h 17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49" h="178660">
                  <a:moveTo>
                    <a:pt x="81101" y="179628"/>
                  </a:moveTo>
                  <a:cubicBezTo>
                    <a:pt x="65221" y="180059"/>
                    <a:pt x="49467" y="176832"/>
                    <a:pt x="35041" y="170201"/>
                  </a:cubicBezTo>
                  <a:cubicBezTo>
                    <a:pt x="22388" y="163957"/>
                    <a:pt x="12139" y="153644"/>
                    <a:pt x="6002" y="140908"/>
                  </a:cubicBezTo>
                  <a:cubicBezTo>
                    <a:pt x="-1148" y="125021"/>
                    <a:pt x="-4565" y="107704"/>
                    <a:pt x="-3932" y="90293"/>
                  </a:cubicBezTo>
                  <a:cubicBezTo>
                    <a:pt x="-3932" y="60133"/>
                    <a:pt x="3470" y="37698"/>
                    <a:pt x="18339" y="22975"/>
                  </a:cubicBezTo>
                  <a:cubicBezTo>
                    <a:pt x="33206" y="8252"/>
                    <a:pt x="54085" y="938"/>
                    <a:pt x="81101" y="1021"/>
                  </a:cubicBezTo>
                  <a:cubicBezTo>
                    <a:pt x="94703" y="787"/>
                    <a:pt x="108244" y="3349"/>
                    <a:pt x="120834" y="8550"/>
                  </a:cubicBezTo>
                  <a:cubicBezTo>
                    <a:pt x="132096" y="13206"/>
                    <a:pt x="141776" y="21083"/>
                    <a:pt x="148608" y="31200"/>
                  </a:cubicBezTo>
                  <a:cubicBezTo>
                    <a:pt x="155759" y="42538"/>
                    <a:pt x="159302" y="55774"/>
                    <a:pt x="158795" y="69161"/>
                  </a:cubicBezTo>
                  <a:lnTo>
                    <a:pt x="120834" y="69161"/>
                  </a:lnTo>
                  <a:cubicBezTo>
                    <a:pt x="121087" y="62012"/>
                    <a:pt x="119442" y="54919"/>
                    <a:pt x="115962" y="48662"/>
                  </a:cubicBezTo>
                  <a:cubicBezTo>
                    <a:pt x="112735" y="43152"/>
                    <a:pt x="107927" y="38742"/>
                    <a:pt x="102170" y="36008"/>
                  </a:cubicBezTo>
                  <a:cubicBezTo>
                    <a:pt x="95653" y="32965"/>
                    <a:pt x="88566" y="31447"/>
                    <a:pt x="81418" y="31579"/>
                  </a:cubicBezTo>
                  <a:cubicBezTo>
                    <a:pt x="72181" y="31231"/>
                    <a:pt x="62944" y="33421"/>
                    <a:pt x="54845" y="37906"/>
                  </a:cubicBezTo>
                  <a:cubicBezTo>
                    <a:pt x="47822" y="42196"/>
                    <a:pt x="42443" y="48694"/>
                    <a:pt x="39533" y="56381"/>
                  </a:cubicBezTo>
                  <a:cubicBezTo>
                    <a:pt x="35991" y="65909"/>
                    <a:pt x="34346" y="76026"/>
                    <a:pt x="34598" y="86180"/>
                  </a:cubicBezTo>
                  <a:lnTo>
                    <a:pt x="34598" y="93962"/>
                  </a:lnTo>
                  <a:cubicBezTo>
                    <a:pt x="34283" y="104294"/>
                    <a:pt x="35991" y="114588"/>
                    <a:pt x="39660" y="124268"/>
                  </a:cubicBezTo>
                  <a:cubicBezTo>
                    <a:pt x="42570" y="131892"/>
                    <a:pt x="47885" y="138345"/>
                    <a:pt x="54845" y="142616"/>
                  </a:cubicBezTo>
                  <a:cubicBezTo>
                    <a:pt x="62880" y="147076"/>
                    <a:pt x="71991" y="149266"/>
                    <a:pt x="81164" y="148943"/>
                  </a:cubicBezTo>
                  <a:cubicBezTo>
                    <a:pt x="88693" y="149095"/>
                    <a:pt x="96160" y="147627"/>
                    <a:pt x="103055" y="144641"/>
                  </a:cubicBezTo>
                  <a:cubicBezTo>
                    <a:pt x="109002" y="141996"/>
                    <a:pt x="114001" y="137580"/>
                    <a:pt x="117354" y="131987"/>
                  </a:cubicBezTo>
                  <a:cubicBezTo>
                    <a:pt x="120897" y="125793"/>
                    <a:pt x="122606" y="118738"/>
                    <a:pt x="122416" y="111614"/>
                  </a:cubicBezTo>
                  <a:lnTo>
                    <a:pt x="158605" y="111614"/>
                  </a:lnTo>
                  <a:cubicBezTo>
                    <a:pt x="159112" y="124970"/>
                    <a:pt x="155695" y="138187"/>
                    <a:pt x="148672" y="149576"/>
                  </a:cubicBezTo>
                  <a:cubicBezTo>
                    <a:pt x="141966" y="159673"/>
                    <a:pt x="132349" y="167519"/>
                    <a:pt x="121151" y="172099"/>
                  </a:cubicBezTo>
                  <a:cubicBezTo>
                    <a:pt x="108434" y="177243"/>
                    <a:pt x="94830" y="179806"/>
                    <a:pt x="81101" y="17962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8A0F0454-C83C-5CAD-7B50-31CBBD130D7E}"/>
                </a:ext>
              </a:extLst>
            </p:cNvPr>
            <p:cNvSpPr/>
            <p:nvPr/>
          </p:nvSpPr>
          <p:spPr>
            <a:xfrm>
              <a:off x="1225440" y="6427864"/>
              <a:ext cx="135136" cy="138391"/>
            </a:xfrm>
            <a:custGeom>
              <a:avLst/>
              <a:gdLst>
                <a:gd name="connsiteX0" fmla="*/ 63435 w 135136"/>
                <a:gd name="connsiteY0" fmla="*/ 139354 h 138391"/>
                <a:gd name="connsiteX1" fmla="*/ 26738 w 135136"/>
                <a:gd name="connsiteY1" fmla="*/ 131952 h 138391"/>
                <a:gd name="connsiteX2" fmla="*/ 3837 w 135136"/>
                <a:gd name="connsiteY2" fmla="*/ 109048 h 138391"/>
                <a:gd name="connsiteX3" fmla="*/ -3945 w 135136"/>
                <a:gd name="connsiteY3" fmla="*/ 70202 h 138391"/>
                <a:gd name="connsiteX4" fmla="*/ 3837 w 135136"/>
                <a:gd name="connsiteY4" fmla="*/ 31102 h 138391"/>
                <a:gd name="connsiteX5" fmla="*/ 26738 w 135136"/>
                <a:gd name="connsiteY5" fmla="*/ 8451 h 138391"/>
                <a:gd name="connsiteX6" fmla="*/ 63435 w 135136"/>
                <a:gd name="connsiteY6" fmla="*/ 1049 h 138391"/>
                <a:gd name="connsiteX7" fmla="*/ 100575 w 135136"/>
                <a:gd name="connsiteY7" fmla="*/ 8451 h 138391"/>
                <a:gd name="connsiteX8" fmla="*/ 123287 w 135136"/>
                <a:gd name="connsiteY8" fmla="*/ 31102 h 138391"/>
                <a:gd name="connsiteX9" fmla="*/ 131069 w 135136"/>
                <a:gd name="connsiteY9" fmla="*/ 70202 h 138391"/>
                <a:gd name="connsiteX10" fmla="*/ 123287 w 135136"/>
                <a:gd name="connsiteY10" fmla="*/ 109048 h 138391"/>
                <a:gd name="connsiteX11" fmla="*/ 100575 w 135136"/>
                <a:gd name="connsiteY11" fmla="*/ 131952 h 138391"/>
                <a:gd name="connsiteX12" fmla="*/ 63435 w 135136"/>
                <a:gd name="connsiteY12" fmla="*/ 139354 h 138391"/>
                <a:gd name="connsiteX13" fmla="*/ 63435 w 135136"/>
                <a:gd name="connsiteY13" fmla="*/ 112149 h 138391"/>
                <a:gd name="connsiteX14" fmla="*/ 81909 w 135136"/>
                <a:gd name="connsiteY14" fmla="*/ 107909 h 138391"/>
                <a:gd name="connsiteX15" fmla="*/ 92095 w 135136"/>
                <a:gd name="connsiteY15" fmla="*/ 94813 h 138391"/>
                <a:gd name="connsiteX16" fmla="*/ 95385 w 135136"/>
                <a:gd name="connsiteY16" fmla="*/ 73175 h 138391"/>
                <a:gd name="connsiteX17" fmla="*/ 95385 w 135136"/>
                <a:gd name="connsiteY17" fmla="*/ 66848 h 138391"/>
                <a:gd name="connsiteX18" fmla="*/ 92095 w 135136"/>
                <a:gd name="connsiteY18" fmla="*/ 45210 h 138391"/>
                <a:gd name="connsiteX19" fmla="*/ 81909 w 135136"/>
                <a:gd name="connsiteY19" fmla="*/ 31987 h 138391"/>
                <a:gd name="connsiteX20" fmla="*/ 63435 w 135136"/>
                <a:gd name="connsiteY20" fmla="*/ 27621 h 138391"/>
                <a:gd name="connsiteX21" fmla="*/ 45215 w 135136"/>
                <a:gd name="connsiteY21" fmla="*/ 31987 h 138391"/>
                <a:gd name="connsiteX22" fmla="*/ 35026 w 135136"/>
                <a:gd name="connsiteY22" fmla="*/ 45210 h 138391"/>
                <a:gd name="connsiteX23" fmla="*/ 31736 w 135136"/>
                <a:gd name="connsiteY23" fmla="*/ 66848 h 138391"/>
                <a:gd name="connsiteX24" fmla="*/ 31736 w 135136"/>
                <a:gd name="connsiteY24" fmla="*/ 73175 h 138391"/>
                <a:gd name="connsiteX25" fmla="*/ 35026 w 135136"/>
                <a:gd name="connsiteY25" fmla="*/ 94813 h 138391"/>
                <a:gd name="connsiteX26" fmla="*/ 45215 w 135136"/>
                <a:gd name="connsiteY26" fmla="*/ 107909 h 138391"/>
                <a:gd name="connsiteX27" fmla="*/ 63435 w 135136"/>
                <a:gd name="connsiteY27" fmla="*/ 112149 h 13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136" h="138391">
                  <a:moveTo>
                    <a:pt x="63435" y="139354"/>
                  </a:moveTo>
                  <a:cubicBezTo>
                    <a:pt x="50782" y="139727"/>
                    <a:pt x="38255" y="137197"/>
                    <a:pt x="26738" y="131952"/>
                  </a:cubicBezTo>
                  <a:cubicBezTo>
                    <a:pt x="16744" y="127074"/>
                    <a:pt x="8709" y="119020"/>
                    <a:pt x="3837" y="109048"/>
                  </a:cubicBezTo>
                  <a:cubicBezTo>
                    <a:pt x="-1733" y="96882"/>
                    <a:pt x="-4390" y="83576"/>
                    <a:pt x="-3945" y="70202"/>
                  </a:cubicBezTo>
                  <a:cubicBezTo>
                    <a:pt x="-4452" y="56738"/>
                    <a:pt x="-1795" y="43344"/>
                    <a:pt x="3837" y="31102"/>
                  </a:cubicBezTo>
                  <a:cubicBezTo>
                    <a:pt x="8770" y="21219"/>
                    <a:pt x="16806" y="13247"/>
                    <a:pt x="26738" y="8451"/>
                  </a:cubicBezTo>
                  <a:cubicBezTo>
                    <a:pt x="38255" y="3206"/>
                    <a:pt x="50782" y="676"/>
                    <a:pt x="63435" y="1049"/>
                  </a:cubicBezTo>
                  <a:cubicBezTo>
                    <a:pt x="76216" y="638"/>
                    <a:pt x="88931" y="3175"/>
                    <a:pt x="100575" y="8451"/>
                  </a:cubicBezTo>
                  <a:cubicBezTo>
                    <a:pt x="110445" y="13291"/>
                    <a:pt x="118416" y="21257"/>
                    <a:pt x="123287" y="31102"/>
                  </a:cubicBezTo>
                  <a:cubicBezTo>
                    <a:pt x="128919" y="43344"/>
                    <a:pt x="131576" y="56738"/>
                    <a:pt x="131069" y="70202"/>
                  </a:cubicBezTo>
                  <a:cubicBezTo>
                    <a:pt x="131511" y="83576"/>
                    <a:pt x="128854" y="96882"/>
                    <a:pt x="123287" y="109048"/>
                  </a:cubicBezTo>
                  <a:cubicBezTo>
                    <a:pt x="118416" y="118975"/>
                    <a:pt x="110445" y="127030"/>
                    <a:pt x="100575" y="131952"/>
                  </a:cubicBezTo>
                  <a:cubicBezTo>
                    <a:pt x="88931" y="137228"/>
                    <a:pt x="76216" y="139765"/>
                    <a:pt x="63435" y="139354"/>
                  </a:cubicBezTo>
                  <a:close/>
                  <a:moveTo>
                    <a:pt x="63435" y="112149"/>
                  </a:moveTo>
                  <a:cubicBezTo>
                    <a:pt x="69889" y="112471"/>
                    <a:pt x="76278" y="111003"/>
                    <a:pt x="81909" y="107909"/>
                  </a:cubicBezTo>
                  <a:cubicBezTo>
                    <a:pt x="86719" y="104847"/>
                    <a:pt x="90325" y="100223"/>
                    <a:pt x="92095" y="94813"/>
                  </a:cubicBezTo>
                  <a:cubicBezTo>
                    <a:pt x="94501" y="87853"/>
                    <a:pt x="95576" y="80527"/>
                    <a:pt x="95385" y="73175"/>
                  </a:cubicBezTo>
                  <a:lnTo>
                    <a:pt x="95385" y="66848"/>
                  </a:lnTo>
                  <a:cubicBezTo>
                    <a:pt x="95576" y="59496"/>
                    <a:pt x="94501" y="52170"/>
                    <a:pt x="92095" y="45210"/>
                  </a:cubicBezTo>
                  <a:cubicBezTo>
                    <a:pt x="90325" y="39776"/>
                    <a:pt x="86719" y="35119"/>
                    <a:pt x="81909" y="31987"/>
                  </a:cubicBezTo>
                  <a:cubicBezTo>
                    <a:pt x="76278" y="28824"/>
                    <a:pt x="69889" y="27312"/>
                    <a:pt x="63435" y="27621"/>
                  </a:cubicBezTo>
                  <a:cubicBezTo>
                    <a:pt x="57044" y="27331"/>
                    <a:pt x="50782" y="28843"/>
                    <a:pt x="45215" y="31987"/>
                  </a:cubicBezTo>
                  <a:cubicBezTo>
                    <a:pt x="40405" y="35119"/>
                    <a:pt x="36800" y="39776"/>
                    <a:pt x="35026" y="45210"/>
                  </a:cubicBezTo>
                  <a:cubicBezTo>
                    <a:pt x="32688" y="52176"/>
                    <a:pt x="31548" y="59496"/>
                    <a:pt x="31736" y="66848"/>
                  </a:cubicBezTo>
                  <a:lnTo>
                    <a:pt x="31736" y="73175"/>
                  </a:lnTo>
                  <a:cubicBezTo>
                    <a:pt x="31548" y="80527"/>
                    <a:pt x="32688" y="87847"/>
                    <a:pt x="35026" y="94813"/>
                  </a:cubicBezTo>
                  <a:cubicBezTo>
                    <a:pt x="36800" y="100223"/>
                    <a:pt x="40405" y="104847"/>
                    <a:pt x="45215" y="107909"/>
                  </a:cubicBezTo>
                  <a:cubicBezTo>
                    <a:pt x="50782" y="110978"/>
                    <a:pt x="57109" y="112446"/>
                    <a:pt x="63435" y="112149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9C1C9568-EEBE-FA0D-0826-D147F5F6991D}"/>
                </a:ext>
              </a:extLst>
            </p:cNvPr>
            <p:cNvSpPr/>
            <p:nvPr/>
          </p:nvSpPr>
          <p:spPr>
            <a:xfrm>
              <a:off x="1386203" y="6427894"/>
              <a:ext cx="120004" cy="135344"/>
            </a:xfrm>
            <a:custGeom>
              <a:avLst/>
              <a:gdLst>
                <a:gd name="connsiteX0" fmla="*/ -4006 w 120004"/>
                <a:gd name="connsiteY0" fmla="*/ 136287 h 135344"/>
                <a:gd name="connsiteX1" fmla="*/ -4006 w 120004"/>
                <a:gd name="connsiteY1" fmla="*/ 3992 h 135344"/>
                <a:gd name="connsiteX2" fmla="*/ 24907 w 120004"/>
                <a:gd name="connsiteY2" fmla="*/ 3992 h 135344"/>
                <a:gd name="connsiteX3" fmla="*/ 27690 w 120004"/>
                <a:gd name="connsiteY3" fmla="*/ 22087 h 135344"/>
                <a:gd name="connsiteX4" fmla="*/ 29398 w 120004"/>
                <a:gd name="connsiteY4" fmla="*/ 22087 h 135344"/>
                <a:gd name="connsiteX5" fmla="*/ 40344 w 120004"/>
                <a:gd name="connsiteY5" fmla="*/ 10826 h 135344"/>
                <a:gd name="connsiteX6" fmla="*/ 54833 w 120004"/>
                <a:gd name="connsiteY6" fmla="*/ 3486 h 135344"/>
                <a:gd name="connsiteX7" fmla="*/ 72423 w 120004"/>
                <a:gd name="connsiteY7" fmla="*/ 1019 h 135344"/>
                <a:gd name="connsiteX8" fmla="*/ 95324 w 120004"/>
                <a:gd name="connsiteY8" fmla="*/ 5764 h 135344"/>
                <a:gd name="connsiteX9" fmla="*/ 110511 w 120004"/>
                <a:gd name="connsiteY9" fmla="*/ 20885 h 135344"/>
                <a:gd name="connsiteX10" fmla="*/ 115951 w 120004"/>
                <a:gd name="connsiteY10" fmla="*/ 47774 h 135344"/>
                <a:gd name="connsiteX11" fmla="*/ 115951 w 120004"/>
                <a:gd name="connsiteY11" fmla="*/ 136350 h 135344"/>
                <a:gd name="connsiteX12" fmla="*/ 80965 w 120004"/>
                <a:gd name="connsiteY12" fmla="*/ 136350 h 135344"/>
                <a:gd name="connsiteX13" fmla="*/ 80965 w 120004"/>
                <a:gd name="connsiteY13" fmla="*/ 53279 h 135344"/>
                <a:gd name="connsiteX14" fmla="*/ 79445 w 120004"/>
                <a:gd name="connsiteY14" fmla="*/ 42586 h 135344"/>
                <a:gd name="connsiteX15" fmla="*/ 75080 w 120004"/>
                <a:gd name="connsiteY15" fmla="*/ 35310 h 135344"/>
                <a:gd name="connsiteX16" fmla="*/ 67931 w 120004"/>
                <a:gd name="connsiteY16" fmla="*/ 31198 h 135344"/>
                <a:gd name="connsiteX17" fmla="*/ 58376 w 120004"/>
                <a:gd name="connsiteY17" fmla="*/ 29932 h 135344"/>
                <a:gd name="connsiteX18" fmla="*/ 44267 w 120004"/>
                <a:gd name="connsiteY18" fmla="*/ 33665 h 135344"/>
                <a:gd name="connsiteX19" fmla="*/ 34462 w 120004"/>
                <a:gd name="connsiteY19" fmla="*/ 43978 h 135344"/>
                <a:gd name="connsiteX20" fmla="*/ 30918 w 120004"/>
                <a:gd name="connsiteY20" fmla="*/ 59100 h 135344"/>
                <a:gd name="connsiteX21" fmla="*/ 30918 w 120004"/>
                <a:gd name="connsiteY21" fmla="*/ 136287 h 13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004" h="135344">
                  <a:moveTo>
                    <a:pt x="-4006" y="136287"/>
                  </a:moveTo>
                  <a:lnTo>
                    <a:pt x="-4006" y="3992"/>
                  </a:lnTo>
                  <a:lnTo>
                    <a:pt x="24907" y="3992"/>
                  </a:lnTo>
                  <a:lnTo>
                    <a:pt x="27690" y="22087"/>
                  </a:lnTo>
                  <a:lnTo>
                    <a:pt x="29398" y="22087"/>
                  </a:lnTo>
                  <a:cubicBezTo>
                    <a:pt x="32435" y="17779"/>
                    <a:pt x="36105" y="13976"/>
                    <a:pt x="40344" y="10826"/>
                  </a:cubicBezTo>
                  <a:cubicBezTo>
                    <a:pt x="44709" y="7573"/>
                    <a:pt x="49646" y="5093"/>
                    <a:pt x="54833" y="3486"/>
                  </a:cubicBezTo>
                  <a:cubicBezTo>
                    <a:pt x="60526" y="1791"/>
                    <a:pt x="66476" y="962"/>
                    <a:pt x="72423" y="1019"/>
                  </a:cubicBezTo>
                  <a:cubicBezTo>
                    <a:pt x="80332" y="842"/>
                    <a:pt x="88175" y="2461"/>
                    <a:pt x="95324" y="5764"/>
                  </a:cubicBezTo>
                  <a:cubicBezTo>
                    <a:pt x="101904" y="9003"/>
                    <a:pt x="107221" y="14318"/>
                    <a:pt x="110511" y="20885"/>
                  </a:cubicBezTo>
                  <a:cubicBezTo>
                    <a:pt x="114431" y="29281"/>
                    <a:pt x="116331" y="38506"/>
                    <a:pt x="115951" y="47774"/>
                  </a:cubicBezTo>
                  <a:lnTo>
                    <a:pt x="115951" y="136350"/>
                  </a:lnTo>
                  <a:lnTo>
                    <a:pt x="80965" y="136350"/>
                  </a:lnTo>
                  <a:lnTo>
                    <a:pt x="80965" y="53279"/>
                  </a:lnTo>
                  <a:cubicBezTo>
                    <a:pt x="81027" y="49653"/>
                    <a:pt x="80520" y="46041"/>
                    <a:pt x="79445" y="42586"/>
                  </a:cubicBezTo>
                  <a:cubicBezTo>
                    <a:pt x="78558" y="39859"/>
                    <a:pt x="77042" y="37373"/>
                    <a:pt x="75080" y="35310"/>
                  </a:cubicBezTo>
                  <a:cubicBezTo>
                    <a:pt x="73056" y="33368"/>
                    <a:pt x="70588" y="31951"/>
                    <a:pt x="67931" y="31198"/>
                  </a:cubicBezTo>
                  <a:cubicBezTo>
                    <a:pt x="64830" y="30300"/>
                    <a:pt x="61604" y="29876"/>
                    <a:pt x="58376" y="29932"/>
                  </a:cubicBezTo>
                  <a:cubicBezTo>
                    <a:pt x="53442" y="29863"/>
                    <a:pt x="48571" y="31154"/>
                    <a:pt x="44267" y="33665"/>
                  </a:cubicBezTo>
                  <a:cubicBezTo>
                    <a:pt x="40090" y="36146"/>
                    <a:pt x="36739" y="39714"/>
                    <a:pt x="34462" y="43978"/>
                  </a:cubicBezTo>
                  <a:cubicBezTo>
                    <a:pt x="32055" y="48647"/>
                    <a:pt x="30853" y="53842"/>
                    <a:pt x="30918" y="59100"/>
                  </a:cubicBezTo>
                  <a:lnTo>
                    <a:pt x="30918" y="136287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4C6E74-28AA-7B32-BDC7-A57696E28226}"/>
                </a:ext>
              </a:extLst>
            </p:cNvPr>
            <p:cNvSpPr/>
            <p:nvPr/>
          </p:nvSpPr>
          <p:spPr>
            <a:xfrm>
              <a:off x="1525174" y="6408294"/>
              <a:ext cx="146019" cy="202277"/>
            </a:xfrm>
            <a:custGeom>
              <a:avLst/>
              <a:gdLst>
                <a:gd name="connsiteX0" fmla="*/ 30064 w 146019"/>
                <a:gd name="connsiteY0" fmla="*/ 203149 h 202277"/>
                <a:gd name="connsiteX1" fmla="*/ 13422 w 146019"/>
                <a:gd name="connsiteY1" fmla="*/ 199543 h 202277"/>
                <a:gd name="connsiteX2" fmla="*/ 768 w 146019"/>
                <a:gd name="connsiteY2" fmla="*/ 188851 h 202277"/>
                <a:gd name="connsiteX3" fmla="*/ -3977 w 146019"/>
                <a:gd name="connsiteY3" fmla="*/ 171958 h 202277"/>
                <a:gd name="connsiteX4" fmla="*/ 2350 w 146019"/>
                <a:gd name="connsiteY4" fmla="*/ 154243 h 202277"/>
                <a:gd name="connsiteX5" fmla="*/ 16838 w 146019"/>
                <a:gd name="connsiteY5" fmla="*/ 144310 h 202277"/>
                <a:gd name="connsiteX6" fmla="*/ 7413 w 146019"/>
                <a:gd name="connsiteY6" fmla="*/ 135768 h 202277"/>
                <a:gd name="connsiteX7" fmla="*/ 3743 w 146019"/>
                <a:gd name="connsiteY7" fmla="*/ 123431 h 202277"/>
                <a:gd name="connsiteX8" fmla="*/ 10891 w 146019"/>
                <a:gd name="connsiteY8" fmla="*/ 107487 h 202277"/>
                <a:gd name="connsiteX9" fmla="*/ 27407 w 146019"/>
                <a:gd name="connsiteY9" fmla="*/ 99579 h 202277"/>
                <a:gd name="connsiteX10" fmla="*/ 13233 w 146019"/>
                <a:gd name="connsiteY10" fmla="*/ 84900 h 202277"/>
                <a:gd name="connsiteX11" fmla="*/ 8108 w 146019"/>
                <a:gd name="connsiteY11" fmla="*/ 64907 h 202277"/>
                <a:gd name="connsiteX12" fmla="*/ 15257 w 146019"/>
                <a:gd name="connsiteY12" fmla="*/ 40802 h 202277"/>
                <a:gd name="connsiteX13" fmla="*/ 35884 w 146019"/>
                <a:gd name="connsiteY13" fmla="*/ 25807 h 202277"/>
                <a:gd name="connsiteX14" fmla="*/ 67518 w 146019"/>
                <a:gd name="connsiteY14" fmla="*/ 20682 h 202277"/>
                <a:gd name="connsiteX15" fmla="*/ 81185 w 146019"/>
                <a:gd name="connsiteY15" fmla="*/ 21379 h 202277"/>
                <a:gd name="connsiteX16" fmla="*/ 92888 w 146019"/>
                <a:gd name="connsiteY16" fmla="*/ 23909 h 202277"/>
                <a:gd name="connsiteX17" fmla="*/ 105541 w 146019"/>
                <a:gd name="connsiteY17" fmla="*/ 11698 h 202277"/>
                <a:gd name="connsiteX18" fmla="*/ 109211 w 146019"/>
                <a:gd name="connsiteY18" fmla="*/ 1006 h 202277"/>
                <a:gd name="connsiteX19" fmla="*/ 141606 w 146019"/>
                <a:gd name="connsiteY19" fmla="*/ 1006 h 202277"/>
                <a:gd name="connsiteX20" fmla="*/ 138251 w 146019"/>
                <a:gd name="connsiteY20" fmla="*/ 17139 h 202277"/>
                <a:gd name="connsiteX21" fmla="*/ 128572 w 146019"/>
                <a:gd name="connsiteY21" fmla="*/ 28338 h 202277"/>
                <a:gd name="connsiteX22" fmla="*/ 113450 w 146019"/>
                <a:gd name="connsiteY22" fmla="*/ 34665 h 202277"/>
                <a:gd name="connsiteX23" fmla="*/ 123512 w 146019"/>
                <a:gd name="connsiteY23" fmla="*/ 48014 h 202277"/>
                <a:gd name="connsiteX24" fmla="*/ 127055 w 146019"/>
                <a:gd name="connsiteY24" fmla="*/ 64844 h 202277"/>
                <a:gd name="connsiteX25" fmla="*/ 120283 w 146019"/>
                <a:gd name="connsiteY25" fmla="*/ 88886 h 202277"/>
                <a:gd name="connsiteX26" fmla="*/ 100988 w 146019"/>
                <a:gd name="connsiteY26" fmla="*/ 104071 h 202277"/>
                <a:gd name="connsiteX27" fmla="*/ 71188 w 146019"/>
                <a:gd name="connsiteY27" fmla="*/ 109385 h 202277"/>
                <a:gd name="connsiteX28" fmla="*/ 51194 w 146019"/>
                <a:gd name="connsiteY28" fmla="*/ 109385 h 202277"/>
                <a:gd name="connsiteX29" fmla="*/ 42146 w 146019"/>
                <a:gd name="connsiteY29" fmla="*/ 111473 h 202277"/>
                <a:gd name="connsiteX30" fmla="*/ 39174 w 146019"/>
                <a:gd name="connsiteY30" fmla="*/ 117800 h 202277"/>
                <a:gd name="connsiteX31" fmla="*/ 41766 w 146019"/>
                <a:gd name="connsiteY31" fmla="*/ 123431 h 202277"/>
                <a:gd name="connsiteX32" fmla="*/ 50434 w 146019"/>
                <a:gd name="connsiteY32" fmla="*/ 125835 h 202277"/>
                <a:gd name="connsiteX33" fmla="*/ 105541 w 146019"/>
                <a:gd name="connsiteY33" fmla="*/ 125835 h 202277"/>
                <a:gd name="connsiteX34" fmla="*/ 132051 w 146019"/>
                <a:gd name="connsiteY34" fmla="*/ 136021 h 202277"/>
                <a:gd name="connsiteX35" fmla="*/ 141986 w 146019"/>
                <a:gd name="connsiteY35" fmla="*/ 162025 h 202277"/>
                <a:gd name="connsiteX36" fmla="*/ 135659 w 146019"/>
                <a:gd name="connsiteY36" fmla="*/ 183410 h 202277"/>
                <a:gd name="connsiteX37" fmla="*/ 118322 w 146019"/>
                <a:gd name="connsiteY37" fmla="*/ 198025 h 202277"/>
                <a:gd name="connsiteX38" fmla="*/ 93014 w 146019"/>
                <a:gd name="connsiteY38" fmla="*/ 203276 h 202277"/>
                <a:gd name="connsiteX39" fmla="*/ 44868 w 146019"/>
                <a:gd name="connsiteY39" fmla="*/ 179803 h 202277"/>
                <a:gd name="connsiteX40" fmla="*/ 91371 w 146019"/>
                <a:gd name="connsiteY40" fmla="*/ 179803 h 202277"/>
                <a:gd name="connsiteX41" fmla="*/ 99468 w 146019"/>
                <a:gd name="connsiteY41" fmla="*/ 178158 h 202277"/>
                <a:gd name="connsiteX42" fmla="*/ 104973 w 146019"/>
                <a:gd name="connsiteY42" fmla="*/ 173603 h 202277"/>
                <a:gd name="connsiteX43" fmla="*/ 106996 w 146019"/>
                <a:gd name="connsiteY43" fmla="*/ 167276 h 202277"/>
                <a:gd name="connsiteX44" fmla="*/ 102949 w 146019"/>
                <a:gd name="connsiteY44" fmla="*/ 157469 h 202277"/>
                <a:gd name="connsiteX45" fmla="*/ 92888 w 146019"/>
                <a:gd name="connsiteY45" fmla="*/ 154180 h 202277"/>
                <a:gd name="connsiteX46" fmla="*/ 44868 w 146019"/>
                <a:gd name="connsiteY46" fmla="*/ 154180 h 202277"/>
                <a:gd name="connsiteX47" fmla="*/ 34935 w 146019"/>
                <a:gd name="connsiteY47" fmla="*/ 157723 h 202277"/>
                <a:gd name="connsiteX48" fmla="*/ 31074 w 146019"/>
                <a:gd name="connsiteY48" fmla="*/ 167023 h 202277"/>
                <a:gd name="connsiteX49" fmla="*/ 34935 w 146019"/>
                <a:gd name="connsiteY49" fmla="*/ 176450 h 202277"/>
                <a:gd name="connsiteX50" fmla="*/ 44868 w 146019"/>
                <a:gd name="connsiteY50" fmla="*/ 179803 h 202277"/>
                <a:gd name="connsiteX51" fmla="*/ 67772 w 146019"/>
                <a:gd name="connsiteY51" fmla="*/ 86735 h 202277"/>
                <a:gd name="connsiteX52" fmla="*/ 86752 w 146019"/>
                <a:gd name="connsiteY52" fmla="*/ 81104 h 202277"/>
                <a:gd name="connsiteX53" fmla="*/ 93079 w 146019"/>
                <a:gd name="connsiteY53" fmla="*/ 64844 h 202277"/>
                <a:gd name="connsiteX54" fmla="*/ 86752 w 146019"/>
                <a:gd name="connsiteY54" fmla="*/ 48647 h 202277"/>
                <a:gd name="connsiteX55" fmla="*/ 67772 w 146019"/>
                <a:gd name="connsiteY55" fmla="*/ 42953 h 202277"/>
                <a:gd name="connsiteX56" fmla="*/ 49298 w 146019"/>
                <a:gd name="connsiteY56" fmla="*/ 48647 h 202277"/>
                <a:gd name="connsiteX57" fmla="*/ 42971 w 146019"/>
                <a:gd name="connsiteY57" fmla="*/ 64844 h 202277"/>
                <a:gd name="connsiteX58" fmla="*/ 45754 w 146019"/>
                <a:gd name="connsiteY58" fmla="*/ 76675 h 202277"/>
                <a:gd name="connsiteX59" fmla="*/ 54043 w 146019"/>
                <a:gd name="connsiteY59" fmla="*/ 84204 h 202277"/>
                <a:gd name="connsiteX60" fmla="*/ 67518 w 146019"/>
                <a:gd name="connsiteY60" fmla="*/ 86735 h 20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6019" h="202277">
                  <a:moveTo>
                    <a:pt x="30064" y="203149"/>
                  </a:moveTo>
                  <a:cubicBezTo>
                    <a:pt x="24305" y="203181"/>
                    <a:pt x="18612" y="201953"/>
                    <a:pt x="13422" y="199543"/>
                  </a:cubicBezTo>
                  <a:cubicBezTo>
                    <a:pt x="8361" y="197164"/>
                    <a:pt x="3996" y="193476"/>
                    <a:pt x="768" y="188851"/>
                  </a:cubicBezTo>
                  <a:cubicBezTo>
                    <a:pt x="-2457" y="183834"/>
                    <a:pt x="-4166" y="177943"/>
                    <a:pt x="-3977" y="171958"/>
                  </a:cubicBezTo>
                  <a:cubicBezTo>
                    <a:pt x="-4292" y="165448"/>
                    <a:pt x="-2016" y="159076"/>
                    <a:pt x="2350" y="154243"/>
                  </a:cubicBezTo>
                  <a:cubicBezTo>
                    <a:pt x="6465" y="149966"/>
                    <a:pt x="11398" y="146581"/>
                    <a:pt x="16838" y="144310"/>
                  </a:cubicBezTo>
                  <a:cubicBezTo>
                    <a:pt x="13045" y="142247"/>
                    <a:pt x="9816" y="139318"/>
                    <a:pt x="7413" y="135768"/>
                  </a:cubicBezTo>
                  <a:cubicBezTo>
                    <a:pt x="4945" y="132143"/>
                    <a:pt x="3616" y="127828"/>
                    <a:pt x="3743" y="123431"/>
                  </a:cubicBezTo>
                  <a:cubicBezTo>
                    <a:pt x="3554" y="117306"/>
                    <a:pt x="6211" y="111435"/>
                    <a:pt x="10891" y="107487"/>
                  </a:cubicBezTo>
                  <a:cubicBezTo>
                    <a:pt x="15575" y="103419"/>
                    <a:pt x="21268" y="100686"/>
                    <a:pt x="27407" y="99579"/>
                  </a:cubicBezTo>
                  <a:cubicBezTo>
                    <a:pt x="21584" y="95909"/>
                    <a:pt x="16712" y="90873"/>
                    <a:pt x="13233" y="84900"/>
                  </a:cubicBezTo>
                  <a:cubicBezTo>
                    <a:pt x="9755" y="78807"/>
                    <a:pt x="7981" y="71911"/>
                    <a:pt x="8108" y="64907"/>
                  </a:cubicBezTo>
                  <a:cubicBezTo>
                    <a:pt x="7855" y="56309"/>
                    <a:pt x="10323" y="47857"/>
                    <a:pt x="15257" y="40802"/>
                  </a:cubicBezTo>
                  <a:cubicBezTo>
                    <a:pt x="20508" y="33893"/>
                    <a:pt x="27657" y="28673"/>
                    <a:pt x="35884" y="25807"/>
                  </a:cubicBezTo>
                  <a:cubicBezTo>
                    <a:pt x="46008" y="22207"/>
                    <a:pt x="56761" y="20467"/>
                    <a:pt x="67518" y="20682"/>
                  </a:cubicBezTo>
                  <a:cubicBezTo>
                    <a:pt x="72072" y="20676"/>
                    <a:pt x="76629" y="20910"/>
                    <a:pt x="81185" y="21379"/>
                  </a:cubicBezTo>
                  <a:cubicBezTo>
                    <a:pt x="85170" y="21834"/>
                    <a:pt x="89094" y="22682"/>
                    <a:pt x="92888" y="23909"/>
                  </a:cubicBezTo>
                  <a:cubicBezTo>
                    <a:pt x="98139" y="21119"/>
                    <a:pt x="102569" y="16880"/>
                    <a:pt x="105541" y="11698"/>
                  </a:cubicBezTo>
                  <a:cubicBezTo>
                    <a:pt x="107441" y="8402"/>
                    <a:pt x="108705" y="4771"/>
                    <a:pt x="109211" y="1006"/>
                  </a:cubicBezTo>
                  <a:lnTo>
                    <a:pt x="141606" y="1006"/>
                  </a:lnTo>
                  <a:cubicBezTo>
                    <a:pt x="141732" y="6567"/>
                    <a:pt x="140592" y="12091"/>
                    <a:pt x="138251" y="17139"/>
                  </a:cubicBezTo>
                  <a:cubicBezTo>
                    <a:pt x="135974" y="21613"/>
                    <a:pt x="132684" y="25459"/>
                    <a:pt x="128572" y="28338"/>
                  </a:cubicBezTo>
                  <a:cubicBezTo>
                    <a:pt x="123953" y="31394"/>
                    <a:pt x="118828" y="33539"/>
                    <a:pt x="113450" y="34665"/>
                  </a:cubicBezTo>
                  <a:cubicBezTo>
                    <a:pt x="117753" y="38296"/>
                    <a:pt x="121232" y="42858"/>
                    <a:pt x="123512" y="48014"/>
                  </a:cubicBezTo>
                  <a:cubicBezTo>
                    <a:pt x="125850" y="53304"/>
                    <a:pt x="127117" y="59042"/>
                    <a:pt x="127055" y="64844"/>
                  </a:cubicBezTo>
                  <a:cubicBezTo>
                    <a:pt x="127305" y="73360"/>
                    <a:pt x="124967" y="81750"/>
                    <a:pt x="120283" y="88886"/>
                  </a:cubicBezTo>
                  <a:cubicBezTo>
                    <a:pt x="115476" y="95719"/>
                    <a:pt x="108770" y="100996"/>
                    <a:pt x="100988" y="104071"/>
                  </a:cubicBezTo>
                  <a:cubicBezTo>
                    <a:pt x="91497" y="107822"/>
                    <a:pt x="81374" y="109632"/>
                    <a:pt x="71188" y="109385"/>
                  </a:cubicBezTo>
                  <a:lnTo>
                    <a:pt x="51194" y="109385"/>
                  </a:lnTo>
                  <a:cubicBezTo>
                    <a:pt x="48031" y="109176"/>
                    <a:pt x="44868" y="109904"/>
                    <a:pt x="42146" y="111473"/>
                  </a:cubicBezTo>
                  <a:cubicBezTo>
                    <a:pt x="40122" y="112928"/>
                    <a:pt x="38982" y="115320"/>
                    <a:pt x="39174" y="117800"/>
                  </a:cubicBezTo>
                  <a:cubicBezTo>
                    <a:pt x="39174" y="119964"/>
                    <a:pt x="40122" y="122020"/>
                    <a:pt x="41766" y="123431"/>
                  </a:cubicBezTo>
                  <a:cubicBezTo>
                    <a:pt x="44234" y="125266"/>
                    <a:pt x="47336" y="126120"/>
                    <a:pt x="50434" y="125835"/>
                  </a:cubicBezTo>
                  <a:lnTo>
                    <a:pt x="105541" y="125835"/>
                  </a:lnTo>
                  <a:cubicBezTo>
                    <a:pt x="115412" y="125367"/>
                    <a:pt x="125029" y="129062"/>
                    <a:pt x="132051" y="136021"/>
                  </a:cubicBezTo>
                  <a:cubicBezTo>
                    <a:pt x="138757" y="142981"/>
                    <a:pt x="142366" y="152370"/>
                    <a:pt x="141986" y="162025"/>
                  </a:cubicBezTo>
                  <a:cubicBezTo>
                    <a:pt x="142112" y="169630"/>
                    <a:pt x="139897" y="177096"/>
                    <a:pt x="135659" y="183410"/>
                  </a:cubicBezTo>
                  <a:cubicBezTo>
                    <a:pt x="131294" y="189749"/>
                    <a:pt x="125282" y="194798"/>
                    <a:pt x="118322" y="198025"/>
                  </a:cubicBezTo>
                  <a:cubicBezTo>
                    <a:pt x="110351" y="201618"/>
                    <a:pt x="101748" y="203415"/>
                    <a:pt x="93014" y="203276"/>
                  </a:cubicBezTo>
                  <a:close/>
                  <a:moveTo>
                    <a:pt x="44868" y="179803"/>
                  </a:moveTo>
                  <a:lnTo>
                    <a:pt x="91371" y="179803"/>
                  </a:lnTo>
                  <a:cubicBezTo>
                    <a:pt x="94154" y="179841"/>
                    <a:pt x="96938" y="179278"/>
                    <a:pt x="99468" y="178158"/>
                  </a:cubicBezTo>
                  <a:cubicBezTo>
                    <a:pt x="101683" y="177184"/>
                    <a:pt x="103580" y="175602"/>
                    <a:pt x="104973" y="173603"/>
                  </a:cubicBezTo>
                  <a:cubicBezTo>
                    <a:pt x="106239" y="171743"/>
                    <a:pt x="106996" y="169541"/>
                    <a:pt x="106996" y="167276"/>
                  </a:cubicBezTo>
                  <a:cubicBezTo>
                    <a:pt x="107250" y="163550"/>
                    <a:pt x="105795" y="159912"/>
                    <a:pt x="102949" y="157469"/>
                  </a:cubicBezTo>
                  <a:cubicBezTo>
                    <a:pt x="100101" y="155204"/>
                    <a:pt x="96558" y="154034"/>
                    <a:pt x="92888" y="154180"/>
                  </a:cubicBezTo>
                  <a:lnTo>
                    <a:pt x="44868" y="154180"/>
                  </a:lnTo>
                  <a:cubicBezTo>
                    <a:pt x="41197" y="154059"/>
                    <a:pt x="37654" y="155324"/>
                    <a:pt x="34935" y="157723"/>
                  </a:cubicBezTo>
                  <a:cubicBezTo>
                    <a:pt x="32340" y="160101"/>
                    <a:pt x="30947" y="163505"/>
                    <a:pt x="31074" y="167023"/>
                  </a:cubicBezTo>
                  <a:cubicBezTo>
                    <a:pt x="30947" y="170579"/>
                    <a:pt x="32340" y="174014"/>
                    <a:pt x="34935" y="176450"/>
                  </a:cubicBezTo>
                  <a:cubicBezTo>
                    <a:pt x="37719" y="178797"/>
                    <a:pt x="41262" y="179993"/>
                    <a:pt x="44868" y="179803"/>
                  </a:cubicBezTo>
                  <a:close/>
                  <a:moveTo>
                    <a:pt x="67772" y="86735"/>
                  </a:moveTo>
                  <a:cubicBezTo>
                    <a:pt x="74605" y="87260"/>
                    <a:pt x="81309" y="85255"/>
                    <a:pt x="86752" y="81104"/>
                  </a:cubicBezTo>
                  <a:cubicBezTo>
                    <a:pt x="91117" y="76878"/>
                    <a:pt x="93459" y="70930"/>
                    <a:pt x="93079" y="64844"/>
                  </a:cubicBezTo>
                  <a:cubicBezTo>
                    <a:pt x="93459" y="58776"/>
                    <a:pt x="91179" y="52842"/>
                    <a:pt x="86752" y="48647"/>
                  </a:cubicBezTo>
                  <a:cubicBezTo>
                    <a:pt x="81374" y="44446"/>
                    <a:pt x="74605" y="42415"/>
                    <a:pt x="67772" y="42953"/>
                  </a:cubicBezTo>
                  <a:cubicBezTo>
                    <a:pt x="61127" y="42497"/>
                    <a:pt x="54546" y="44522"/>
                    <a:pt x="49298" y="48647"/>
                  </a:cubicBezTo>
                  <a:cubicBezTo>
                    <a:pt x="44868" y="52823"/>
                    <a:pt x="42526" y="58770"/>
                    <a:pt x="42971" y="64844"/>
                  </a:cubicBezTo>
                  <a:cubicBezTo>
                    <a:pt x="42906" y="68963"/>
                    <a:pt x="43854" y="73031"/>
                    <a:pt x="45754" y="76675"/>
                  </a:cubicBezTo>
                  <a:cubicBezTo>
                    <a:pt x="47589" y="80041"/>
                    <a:pt x="50499" y="82686"/>
                    <a:pt x="54043" y="84204"/>
                  </a:cubicBezTo>
                  <a:cubicBezTo>
                    <a:pt x="58281" y="85982"/>
                    <a:pt x="62900" y="86849"/>
                    <a:pt x="67518" y="86735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AC28D9D2-DD5B-C951-FAC9-1E501AB63B2F}"/>
                </a:ext>
              </a:extLst>
            </p:cNvPr>
            <p:cNvSpPr/>
            <p:nvPr/>
          </p:nvSpPr>
          <p:spPr>
            <a:xfrm>
              <a:off x="1690208" y="6427646"/>
              <a:ext cx="77062" cy="135529"/>
            </a:xfrm>
            <a:custGeom>
              <a:avLst/>
              <a:gdLst>
                <a:gd name="connsiteX0" fmla="*/ -4006 w 77062"/>
                <a:gd name="connsiteY0" fmla="*/ 136535 h 135529"/>
                <a:gd name="connsiteX1" fmla="*/ -4006 w 77062"/>
                <a:gd name="connsiteY1" fmla="*/ 4241 h 135529"/>
                <a:gd name="connsiteX2" fmla="*/ 24971 w 77062"/>
                <a:gd name="connsiteY2" fmla="*/ 4241 h 135529"/>
                <a:gd name="connsiteX3" fmla="*/ 27693 w 77062"/>
                <a:gd name="connsiteY3" fmla="*/ 24866 h 135529"/>
                <a:gd name="connsiteX4" fmla="*/ 29463 w 77062"/>
                <a:gd name="connsiteY4" fmla="*/ 24866 h 135529"/>
                <a:gd name="connsiteX5" fmla="*/ 35790 w 77062"/>
                <a:gd name="connsiteY5" fmla="*/ 12908 h 135529"/>
                <a:gd name="connsiteX6" fmla="*/ 45852 w 77062"/>
                <a:gd name="connsiteY6" fmla="*/ 4241 h 135529"/>
                <a:gd name="connsiteX7" fmla="*/ 59961 w 77062"/>
                <a:gd name="connsiteY7" fmla="*/ 1014 h 135529"/>
                <a:gd name="connsiteX8" fmla="*/ 67743 w 77062"/>
                <a:gd name="connsiteY8" fmla="*/ 1900 h 135529"/>
                <a:gd name="connsiteX9" fmla="*/ 73056 w 77062"/>
                <a:gd name="connsiteY9" fmla="*/ 3481 h 135529"/>
                <a:gd name="connsiteX10" fmla="*/ 73056 w 77062"/>
                <a:gd name="connsiteY10" fmla="*/ 35116 h 135529"/>
                <a:gd name="connsiteX11" fmla="*/ 62238 w 77062"/>
                <a:gd name="connsiteY11" fmla="*/ 35116 h 135529"/>
                <a:gd name="connsiteX12" fmla="*/ 48509 w 77062"/>
                <a:gd name="connsiteY12" fmla="*/ 37267 h 135529"/>
                <a:gd name="connsiteX13" fmla="*/ 38574 w 77062"/>
                <a:gd name="connsiteY13" fmla="*/ 43910 h 135529"/>
                <a:gd name="connsiteX14" fmla="*/ 32692 w 77062"/>
                <a:gd name="connsiteY14" fmla="*/ 54982 h 135529"/>
                <a:gd name="connsiteX15" fmla="*/ 30792 w 77062"/>
                <a:gd name="connsiteY15" fmla="*/ 70356 h 135529"/>
                <a:gd name="connsiteX16" fmla="*/ 30792 w 77062"/>
                <a:gd name="connsiteY16" fmla="*/ 136472 h 13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062" h="135529">
                  <a:moveTo>
                    <a:pt x="-4006" y="136535"/>
                  </a:moveTo>
                  <a:lnTo>
                    <a:pt x="-4006" y="4241"/>
                  </a:lnTo>
                  <a:lnTo>
                    <a:pt x="24971" y="4241"/>
                  </a:lnTo>
                  <a:lnTo>
                    <a:pt x="27693" y="24866"/>
                  </a:lnTo>
                  <a:lnTo>
                    <a:pt x="29463" y="24866"/>
                  </a:lnTo>
                  <a:cubicBezTo>
                    <a:pt x="31045" y="20608"/>
                    <a:pt x="33133" y="16584"/>
                    <a:pt x="35790" y="12908"/>
                  </a:cubicBezTo>
                  <a:cubicBezTo>
                    <a:pt x="38512" y="9340"/>
                    <a:pt x="41929" y="6385"/>
                    <a:pt x="45852" y="4241"/>
                  </a:cubicBezTo>
                  <a:cubicBezTo>
                    <a:pt x="50217" y="2014"/>
                    <a:pt x="55089" y="900"/>
                    <a:pt x="59961" y="1014"/>
                  </a:cubicBezTo>
                  <a:cubicBezTo>
                    <a:pt x="62553" y="963"/>
                    <a:pt x="65210" y="1267"/>
                    <a:pt x="67743" y="1900"/>
                  </a:cubicBezTo>
                  <a:cubicBezTo>
                    <a:pt x="69578" y="2298"/>
                    <a:pt x="71348" y="2823"/>
                    <a:pt x="73056" y="3481"/>
                  </a:cubicBezTo>
                  <a:lnTo>
                    <a:pt x="73056" y="35116"/>
                  </a:lnTo>
                  <a:lnTo>
                    <a:pt x="62238" y="35116"/>
                  </a:lnTo>
                  <a:cubicBezTo>
                    <a:pt x="57554" y="35046"/>
                    <a:pt x="52936" y="35774"/>
                    <a:pt x="48509" y="37267"/>
                  </a:cubicBezTo>
                  <a:cubicBezTo>
                    <a:pt x="44712" y="38633"/>
                    <a:pt x="41295" y="40911"/>
                    <a:pt x="38574" y="43910"/>
                  </a:cubicBezTo>
                  <a:cubicBezTo>
                    <a:pt x="35790" y="47118"/>
                    <a:pt x="33828" y="50901"/>
                    <a:pt x="32692" y="54982"/>
                  </a:cubicBezTo>
                  <a:cubicBezTo>
                    <a:pt x="31363" y="59993"/>
                    <a:pt x="30730" y="65168"/>
                    <a:pt x="30792" y="70356"/>
                  </a:cubicBezTo>
                  <a:lnTo>
                    <a:pt x="30792" y="136472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880709B-E4FC-359F-7C7D-29AA14451349}"/>
                </a:ext>
              </a:extLst>
            </p:cNvPr>
            <p:cNvSpPr/>
            <p:nvPr/>
          </p:nvSpPr>
          <p:spPr>
            <a:xfrm>
              <a:off x="1776699" y="6427868"/>
              <a:ext cx="127867" cy="138386"/>
            </a:xfrm>
            <a:custGeom>
              <a:avLst/>
              <a:gdLst>
                <a:gd name="connsiteX0" fmla="*/ 62677 w 127867"/>
                <a:gd name="connsiteY0" fmla="*/ 139351 h 138386"/>
                <a:gd name="connsiteX1" fmla="*/ 25982 w 127867"/>
                <a:gd name="connsiteY1" fmla="*/ 131948 h 138386"/>
                <a:gd name="connsiteX2" fmla="*/ 3585 w 127867"/>
                <a:gd name="connsiteY2" fmla="*/ 109171 h 138386"/>
                <a:gd name="connsiteX3" fmla="*/ -3944 w 127867"/>
                <a:gd name="connsiteY3" fmla="*/ 70198 h 138386"/>
                <a:gd name="connsiteX4" fmla="*/ 3585 w 127867"/>
                <a:gd name="connsiteY4" fmla="*/ 31098 h 138386"/>
                <a:gd name="connsiteX5" fmla="*/ 25855 w 127867"/>
                <a:gd name="connsiteY5" fmla="*/ 8448 h 138386"/>
                <a:gd name="connsiteX6" fmla="*/ 61920 w 127867"/>
                <a:gd name="connsiteY6" fmla="*/ 1045 h 138386"/>
                <a:gd name="connsiteX7" fmla="*/ 95893 w 127867"/>
                <a:gd name="connsiteY7" fmla="*/ 8194 h 138386"/>
                <a:gd name="connsiteX8" fmla="*/ 116773 w 127867"/>
                <a:gd name="connsiteY8" fmla="*/ 30338 h 138386"/>
                <a:gd name="connsiteX9" fmla="*/ 123795 w 127867"/>
                <a:gd name="connsiteY9" fmla="*/ 68932 h 138386"/>
                <a:gd name="connsiteX10" fmla="*/ 123795 w 127867"/>
                <a:gd name="connsiteY10" fmla="*/ 77980 h 138386"/>
                <a:gd name="connsiteX11" fmla="*/ 31487 w 127867"/>
                <a:gd name="connsiteY11" fmla="*/ 77980 h 138386"/>
                <a:gd name="connsiteX12" fmla="*/ 35157 w 127867"/>
                <a:gd name="connsiteY12" fmla="*/ 97593 h 138386"/>
                <a:gd name="connsiteX13" fmla="*/ 44963 w 127867"/>
                <a:gd name="connsiteY13" fmla="*/ 109551 h 138386"/>
                <a:gd name="connsiteX14" fmla="*/ 62677 w 127867"/>
                <a:gd name="connsiteY14" fmla="*/ 113410 h 138386"/>
                <a:gd name="connsiteX15" fmla="*/ 73622 w 127867"/>
                <a:gd name="connsiteY15" fmla="*/ 111892 h 138386"/>
                <a:gd name="connsiteX16" fmla="*/ 82037 w 127867"/>
                <a:gd name="connsiteY16" fmla="*/ 107400 h 138386"/>
                <a:gd name="connsiteX17" fmla="*/ 87604 w 127867"/>
                <a:gd name="connsiteY17" fmla="*/ 99871 h 138386"/>
                <a:gd name="connsiteX18" fmla="*/ 89566 w 127867"/>
                <a:gd name="connsiteY18" fmla="*/ 89558 h 138386"/>
                <a:gd name="connsiteX19" fmla="*/ 123795 w 127867"/>
                <a:gd name="connsiteY19" fmla="*/ 89558 h 138386"/>
                <a:gd name="connsiteX20" fmla="*/ 119239 w 127867"/>
                <a:gd name="connsiteY20" fmla="*/ 111386 h 138386"/>
                <a:gd name="connsiteX21" fmla="*/ 106585 w 127867"/>
                <a:gd name="connsiteY21" fmla="*/ 126886 h 138386"/>
                <a:gd name="connsiteX22" fmla="*/ 87604 w 127867"/>
                <a:gd name="connsiteY22" fmla="*/ 136187 h 138386"/>
                <a:gd name="connsiteX23" fmla="*/ 62677 w 127867"/>
                <a:gd name="connsiteY23" fmla="*/ 139351 h 138386"/>
                <a:gd name="connsiteX24" fmla="*/ 31994 w 127867"/>
                <a:gd name="connsiteY24" fmla="*/ 55836 h 138386"/>
                <a:gd name="connsiteX25" fmla="*/ 87858 w 127867"/>
                <a:gd name="connsiteY25" fmla="*/ 55836 h 138386"/>
                <a:gd name="connsiteX26" fmla="*/ 85961 w 127867"/>
                <a:gd name="connsiteY26" fmla="*/ 42739 h 138386"/>
                <a:gd name="connsiteX27" fmla="*/ 80774 w 127867"/>
                <a:gd name="connsiteY27" fmla="*/ 33692 h 138386"/>
                <a:gd name="connsiteX28" fmla="*/ 72865 w 127867"/>
                <a:gd name="connsiteY28" fmla="*/ 28567 h 138386"/>
                <a:gd name="connsiteX29" fmla="*/ 62423 w 127867"/>
                <a:gd name="connsiteY29" fmla="*/ 26922 h 138386"/>
                <a:gd name="connsiteX30" fmla="*/ 46480 w 127867"/>
                <a:gd name="connsiteY30" fmla="*/ 30085 h 138386"/>
                <a:gd name="connsiteX31" fmla="*/ 36674 w 127867"/>
                <a:gd name="connsiteY31" fmla="*/ 39639 h 138386"/>
                <a:gd name="connsiteX32" fmla="*/ 31994 w 127867"/>
                <a:gd name="connsiteY32" fmla="*/ 55836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7867" h="138386">
                  <a:moveTo>
                    <a:pt x="62677" y="139351"/>
                  </a:moveTo>
                  <a:cubicBezTo>
                    <a:pt x="50023" y="139755"/>
                    <a:pt x="37496" y="137218"/>
                    <a:pt x="25982" y="131948"/>
                  </a:cubicBezTo>
                  <a:cubicBezTo>
                    <a:pt x="16177" y="127064"/>
                    <a:pt x="8330" y="119048"/>
                    <a:pt x="3585" y="109171"/>
                  </a:cubicBezTo>
                  <a:cubicBezTo>
                    <a:pt x="-1856" y="96916"/>
                    <a:pt x="-4386" y="83592"/>
                    <a:pt x="-3944" y="70198"/>
                  </a:cubicBezTo>
                  <a:cubicBezTo>
                    <a:pt x="-4451" y="56760"/>
                    <a:pt x="-1856" y="43391"/>
                    <a:pt x="3585" y="31098"/>
                  </a:cubicBezTo>
                  <a:cubicBezTo>
                    <a:pt x="8268" y="21279"/>
                    <a:pt x="16112" y="13313"/>
                    <a:pt x="25855" y="8448"/>
                  </a:cubicBezTo>
                  <a:cubicBezTo>
                    <a:pt x="37116" y="3196"/>
                    <a:pt x="49455" y="666"/>
                    <a:pt x="61920" y="1045"/>
                  </a:cubicBezTo>
                  <a:cubicBezTo>
                    <a:pt x="73687" y="659"/>
                    <a:pt x="85327" y="3114"/>
                    <a:pt x="95893" y="8194"/>
                  </a:cubicBezTo>
                  <a:cubicBezTo>
                    <a:pt x="105130" y="13003"/>
                    <a:pt x="112535" y="20810"/>
                    <a:pt x="116773" y="30338"/>
                  </a:cubicBezTo>
                  <a:cubicBezTo>
                    <a:pt x="121898" y="42543"/>
                    <a:pt x="124302" y="55709"/>
                    <a:pt x="123795" y="68932"/>
                  </a:cubicBezTo>
                  <a:lnTo>
                    <a:pt x="123795" y="77980"/>
                  </a:lnTo>
                  <a:lnTo>
                    <a:pt x="31487" y="77980"/>
                  </a:lnTo>
                  <a:cubicBezTo>
                    <a:pt x="31676" y="84667"/>
                    <a:pt x="32877" y="91292"/>
                    <a:pt x="35157" y="97593"/>
                  </a:cubicBezTo>
                  <a:cubicBezTo>
                    <a:pt x="36927" y="102591"/>
                    <a:pt x="40406" y="106818"/>
                    <a:pt x="44963" y="109551"/>
                  </a:cubicBezTo>
                  <a:cubicBezTo>
                    <a:pt x="50403" y="112366"/>
                    <a:pt x="56541" y="113701"/>
                    <a:pt x="62677" y="113410"/>
                  </a:cubicBezTo>
                  <a:cubicBezTo>
                    <a:pt x="66412" y="113455"/>
                    <a:pt x="70082" y="112942"/>
                    <a:pt x="73622" y="111892"/>
                  </a:cubicBezTo>
                  <a:cubicBezTo>
                    <a:pt x="76724" y="111031"/>
                    <a:pt x="79572" y="109494"/>
                    <a:pt x="82037" y="107400"/>
                  </a:cubicBezTo>
                  <a:cubicBezTo>
                    <a:pt x="84379" y="105312"/>
                    <a:pt x="86276" y="102743"/>
                    <a:pt x="87604" y="99871"/>
                  </a:cubicBezTo>
                  <a:cubicBezTo>
                    <a:pt x="88998" y="96606"/>
                    <a:pt x="89631" y="93095"/>
                    <a:pt x="89566" y="89558"/>
                  </a:cubicBezTo>
                  <a:lnTo>
                    <a:pt x="123795" y="89558"/>
                  </a:lnTo>
                  <a:cubicBezTo>
                    <a:pt x="123984" y="97087"/>
                    <a:pt x="122402" y="104559"/>
                    <a:pt x="119239" y="111386"/>
                  </a:cubicBezTo>
                  <a:cubicBezTo>
                    <a:pt x="116328" y="117491"/>
                    <a:pt x="111963" y="122806"/>
                    <a:pt x="106585" y="126886"/>
                  </a:cubicBezTo>
                  <a:cubicBezTo>
                    <a:pt x="100891" y="131145"/>
                    <a:pt x="94438" y="134302"/>
                    <a:pt x="87604" y="136187"/>
                  </a:cubicBezTo>
                  <a:cubicBezTo>
                    <a:pt x="79507" y="138376"/>
                    <a:pt x="71092" y="139439"/>
                    <a:pt x="62677" y="139351"/>
                  </a:cubicBezTo>
                  <a:close/>
                  <a:moveTo>
                    <a:pt x="31994" y="55836"/>
                  </a:moveTo>
                  <a:lnTo>
                    <a:pt x="87858" y="55836"/>
                  </a:lnTo>
                  <a:cubicBezTo>
                    <a:pt x="87922" y="51394"/>
                    <a:pt x="87289" y="46972"/>
                    <a:pt x="85961" y="42739"/>
                  </a:cubicBezTo>
                  <a:cubicBezTo>
                    <a:pt x="84886" y="39386"/>
                    <a:pt x="83112" y="36305"/>
                    <a:pt x="80774" y="33692"/>
                  </a:cubicBezTo>
                  <a:cubicBezTo>
                    <a:pt x="78621" y="31345"/>
                    <a:pt x="75902" y="29586"/>
                    <a:pt x="72865" y="28567"/>
                  </a:cubicBezTo>
                  <a:cubicBezTo>
                    <a:pt x="69510" y="27434"/>
                    <a:pt x="65967" y="26884"/>
                    <a:pt x="62423" y="26922"/>
                  </a:cubicBezTo>
                  <a:cubicBezTo>
                    <a:pt x="56921" y="26745"/>
                    <a:pt x="51478" y="27827"/>
                    <a:pt x="46480" y="30085"/>
                  </a:cubicBezTo>
                  <a:cubicBezTo>
                    <a:pt x="42241" y="32110"/>
                    <a:pt x="38824" y="35463"/>
                    <a:pt x="36674" y="39639"/>
                  </a:cubicBezTo>
                  <a:cubicBezTo>
                    <a:pt x="34144" y="44707"/>
                    <a:pt x="32562" y="50199"/>
                    <a:pt x="31994" y="5583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751AFC8D-5C21-3655-CD67-33717A43F84E}"/>
                </a:ext>
              </a:extLst>
            </p:cNvPr>
            <p:cNvSpPr/>
            <p:nvPr/>
          </p:nvSpPr>
          <p:spPr>
            <a:xfrm>
              <a:off x="1923701" y="6428220"/>
              <a:ext cx="121052" cy="138014"/>
            </a:xfrm>
            <a:custGeom>
              <a:avLst/>
              <a:gdLst>
                <a:gd name="connsiteX0" fmla="*/ 56006 w 121052"/>
                <a:gd name="connsiteY0" fmla="*/ 138998 h 138014"/>
                <a:gd name="connsiteX1" fmla="*/ 31140 w 121052"/>
                <a:gd name="connsiteY1" fmla="*/ 135961 h 138014"/>
                <a:gd name="connsiteX2" fmla="*/ 12159 w 121052"/>
                <a:gd name="connsiteY2" fmla="*/ 127547 h 138014"/>
                <a:gd name="connsiteX3" fmla="*/ 266 w 121052"/>
                <a:gd name="connsiteY3" fmla="*/ 114893 h 138014"/>
                <a:gd name="connsiteX4" fmla="*/ -3911 w 121052"/>
                <a:gd name="connsiteY4" fmla="*/ 97810 h 138014"/>
                <a:gd name="connsiteX5" fmla="*/ -3911 w 121052"/>
                <a:gd name="connsiteY5" fmla="*/ 95786 h 138014"/>
                <a:gd name="connsiteX6" fmla="*/ -3911 w 121052"/>
                <a:gd name="connsiteY6" fmla="*/ 94267 h 138014"/>
                <a:gd name="connsiteX7" fmla="*/ 29812 w 121052"/>
                <a:gd name="connsiteY7" fmla="*/ 94267 h 138014"/>
                <a:gd name="connsiteX8" fmla="*/ 29812 w 121052"/>
                <a:gd name="connsiteY8" fmla="*/ 96292 h 138014"/>
                <a:gd name="connsiteX9" fmla="*/ 33800 w 121052"/>
                <a:gd name="connsiteY9" fmla="*/ 106478 h 138014"/>
                <a:gd name="connsiteX10" fmla="*/ 43732 w 121052"/>
                <a:gd name="connsiteY10" fmla="*/ 112109 h 138014"/>
                <a:gd name="connsiteX11" fmla="*/ 56701 w 121052"/>
                <a:gd name="connsiteY11" fmla="*/ 113881 h 138014"/>
                <a:gd name="connsiteX12" fmla="*/ 68406 w 121052"/>
                <a:gd name="connsiteY12" fmla="*/ 112742 h 138014"/>
                <a:gd name="connsiteX13" fmla="*/ 77961 w 121052"/>
                <a:gd name="connsiteY13" fmla="*/ 108629 h 138014"/>
                <a:gd name="connsiteX14" fmla="*/ 81820 w 121052"/>
                <a:gd name="connsiteY14" fmla="*/ 100847 h 138014"/>
                <a:gd name="connsiteX15" fmla="*/ 76948 w 121052"/>
                <a:gd name="connsiteY15" fmla="*/ 91547 h 138014"/>
                <a:gd name="connsiteX16" fmla="*/ 64294 w 121052"/>
                <a:gd name="connsiteY16" fmla="*/ 86232 h 138014"/>
                <a:gd name="connsiteX17" fmla="*/ 47084 w 121052"/>
                <a:gd name="connsiteY17" fmla="*/ 81740 h 138014"/>
                <a:gd name="connsiteX18" fmla="*/ 30003 w 121052"/>
                <a:gd name="connsiteY18" fmla="*/ 77058 h 138014"/>
                <a:gd name="connsiteX19" fmla="*/ 14501 w 121052"/>
                <a:gd name="connsiteY19" fmla="*/ 70162 h 138014"/>
                <a:gd name="connsiteX20" fmla="*/ 3302 w 121052"/>
                <a:gd name="connsiteY20" fmla="*/ 58963 h 138014"/>
                <a:gd name="connsiteX21" fmla="*/ -936 w 121052"/>
                <a:gd name="connsiteY21" fmla="*/ 41438 h 138014"/>
                <a:gd name="connsiteX22" fmla="*/ 3556 w 121052"/>
                <a:gd name="connsiteY22" fmla="*/ 23470 h 138014"/>
                <a:gd name="connsiteX23" fmla="*/ 16209 w 121052"/>
                <a:gd name="connsiteY23" fmla="*/ 10816 h 138014"/>
                <a:gd name="connsiteX24" fmla="*/ 34810 w 121052"/>
                <a:gd name="connsiteY24" fmla="*/ 3350 h 138014"/>
                <a:gd name="connsiteX25" fmla="*/ 57841 w 121052"/>
                <a:gd name="connsiteY25" fmla="*/ 1009 h 138014"/>
                <a:gd name="connsiteX26" fmla="*/ 79478 w 121052"/>
                <a:gd name="connsiteY26" fmla="*/ 3350 h 138014"/>
                <a:gd name="connsiteX27" fmla="*/ 97069 w 121052"/>
                <a:gd name="connsiteY27" fmla="*/ 10436 h 138014"/>
                <a:gd name="connsiteX28" fmla="*/ 108898 w 121052"/>
                <a:gd name="connsiteY28" fmla="*/ 21951 h 138014"/>
                <a:gd name="connsiteX29" fmla="*/ 113136 w 121052"/>
                <a:gd name="connsiteY29" fmla="*/ 37452 h 138014"/>
                <a:gd name="connsiteX30" fmla="*/ 113136 w 121052"/>
                <a:gd name="connsiteY30" fmla="*/ 40742 h 138014"/>
                <a:gd name="connsiteX31" fmla="*/ 113136 w 121052"/>
                <a:gd name="connsiteY31" fmla="*/ 42703 h 138014"/>
                <a:gd name="connsiteX32" fmla="*/ 79732 w 121052"/>
                <a:gd name="connsiteY32" fmla="*/ 42703 h 138014"/>
                <a:gd name="connsiteX33" fmla="*/ 79732 w 121052"/>
                <a:gd name="connsiteY33" fmla="*/ 40742 h 138014"/>
                <a:gd name="connsiteX34" fmla="*/ 76948 w 121052"/>
                <a:gd name="connsiteY34" fmla="*/ 33023 h 138014"/>
                <a:gd name="connsiteX35" fmla="*/ 69039 w 121052"/>
                <a:gd name="connsiteY35" fmla="*/ 28151 h 138014"/>
                <a:gd name="connsiteX36" fmla="*/ 56386 w 121052"/>
                <a:gd name="connsiteY36" fmla="*/ 26380 h 138014"/>
                <a:gd name="connsiteX37" fmla="*/ 47211 w 121052"/>
                <a:gd name="connsiteY37" fmla="*/ 27139 h 138014"/>
                <a:gd name="connsiteX38" fmla="*/ 40062 w 121052"/>
                <a:gd name="connsiteY38" fmla="*/ 29417 h 138014"/>
                <a:gd name="connsiteX39" fmla="*/ 35382 w 121052"/>
                <a:gd name="connsiteY39" fmla="*/ 33023 h 138014"/>
                <a:gd name="connsiteX40" fmla="*/ 33735 w 121052"/>
                <a:gd name="connsiteY40" fmla="*/ 38211 h 138014"/>
                <a:gd name="connsiteX41" fmla="*/ 37405 w 121052"/>
                <a:gd name="connsiteY41" fmla="*/ 45107 h 138014"/>
                <a:gd name="connsiteX42" fmla="*/ 47084 w 121052"/>
                <a:gd name="connsiteY42" fmla="*/ 49536 h 138014"/>
                <a:gd name="connsiteX43" fmla="*/ 60436 w 121052"/>
                <a:gd name="connsiteY43" fmla="*/ 53269 h 138014"/>
                <a:gd name="connsiteX44" fmla="*/ 79416 w 121052"/>
                <a:gd name="connsiteY44" fmla="*/ 58204 h 138014"/>
                <a:gd name="connsiteX45" fmla="*/ 97890 w 121052"/>
                <a:gd name="connsiteY45" fmla="*/ 64531 h 138014"/>
                <a:gd name="connsiteX46" fmla="*/ 111746 w 121052"/>
                <a:gd name="connsiteY46" fmla="*/ 75983 h 138014"/>
                <a:gd name="connsiteX47" fmla="*/ 116998 w 121052"/>
                <a:gd name="connsiteY47" fmla="*/ 95976 h 138014"/>
                <a:gd name="connsiteX48" fmla="*/ 112314 w 121052"/>
                <a:gd name="connsiteY48" fmla="*/ 116348 h 138014"/>
                <a:gd name="connsiteX49" fmla="*/ 99661 w 121052"/>
                <a:gd name="connsiteY49" fmla="*/ 129698 h 138014"/>
                <a:gd name="connsiteX50" fmla="*/ 80300 w 121052"/>
                <a:gd name="connsiteY50" fmla="*/ 136974 h 138014"/>
                <a:gd name="connsiteX51" fmla="*/ 56006 w 121052"/>
                <a:gd name="connsiteY51" fmla="*/ 138998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4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3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0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750" y="100075"/>
                    <a:pt x="31205" y="103726"/>
                    <a:pt x="33800" y="106478"/>
                  </a:cubicBezTo>
                  <a:cubicBezTo>
                    <a:pt x="36518" y="109211"/>
                    <a:pt x="40000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28"/>
                    <a:pt x="75113" y="110724"/>
                    <a:pt x="77961" y="108629"/>
                  </a:cubicBezTo>
                  <a:cubicBezTo>
                    <a:pt x="80427" y="106820"/>
                    <a:pt x="81882" y="103916"/>
                    <a:pt x="81820" y="100847"/>
                  </a:cubicBezTo>
                  <a:cubicBezTo>
                    <a:pt x="82008" y="97096"/>
                    <a:pt x="80112" y="93533"/>
                    <a:pt x="76948" y="91547"/>
                  </a:cubicBezTo>
                  <a:cubicBezTo>
                    <a:pt x="73090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32"/>
                    <a:pt x="19373" y="73110"/>
                    <a:pt x="14501" y="70162"/>
                  </a:cubicBezTo>
                  <a:cubicBezTo>
                    <a:pt x="9947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7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86"/>
                    <a:pt x="91625" y="7178"/>
                    <a:pt x="97069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8" y="30726"/>
                    <a:pt x="72076" y="29044"/>
                    <a:pt x="69039" y="28151"/>
                  </a:cubicBezTo>
                  <a:cubicBezTo>
                    <a:pt x="64928" y="26848"/>
                    <a:pt x="60689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5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82" y="33023"/>
                  </a:cubicBezTo>
                  <a:cubicBezTo>
                    <a:pt x="34303" y="34523"/>
                    <a:pt x="33673" y="36345"/>
                    <a:pt x="33735" y="38211"/>
                  </a:cubicBezTo>
                  <a:cubicBezTo>
                    <a:pt x="33735" y="40982"/>
                    <a:pt x="35128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6" y="53269"/>
                  </a:lnTo>
                  <a:cubicBezTo>
                    <a:pt x="66444" y="54958"/>
                    <a:pt x="72771" y="56603"/>
                    <a:pt x="79416" y="58204"/>
                  </a:cubicBezTo>
                  <a:cubicBezTo>
                    <a:pt x="85743" y="59691"/>
                    <a:pt x="91943" y="61810"/>
                    <a:pt x="97890" y="64531"/>
                  </a:cubicBezTo>
                  <a:cubicBezTo>
                    <a:pt x="103396" y="67100"/>
                    <a:pt x="108202" y="71041"/>
                    <a:pt x="111746" y="75983"/>
                  </a:cubicBezTo>
                  <a:cubicBezTo>
                    <a:pt x="115543" y="81943"/>
                    <a:pt x="117378" y="88928"/>
                    <a:pt x="116998" y="95976"/>
                  </a:cubicBezTo>
                  <a:cubicBezTo>
                    <a:pt x="117186" y="103055"/>
                    <a:pt x="115604" y="110072"/>
                    <a:pt x="112314" y="116348"/>
                  </a:cubicBezTo>
                  <a:cubicBezTo>
                    <a:pt x="109342" y="121815"/>
                    <a:pt x="104977" y="126408"/>
                    <a:pt x="99661" y="129698"/>
                  </a:cubicBezTo>
                  <a:cubicBezTo>
                    <a:pt x="93652" y="133203"/>
                    <a:pt x="87133" y="135664"/>
                    <a:pt x="80300" y="136974"/>
                  </a:cubicBezTo>
                  <a:cubicBezTo>
                    <a:pt x="72265" y="138479"/>
                    <a:pt x="64168" y="139156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E979C6AE-F152-211B-24B3-B43DCF08D349}"/>
                </a:ext>
              </a:extLst>
            </p:cNvPr>
            <p:cNvSpPr/>
            <p:nvPr/>
          </p:nvSpPr>
          <p:spPr>
            <a:xfrm>
              <a:off x="2063526" y="6428220"/>
              <a:ext cx="121052" cy="138010"/>
            </a:xfrm>
            <a:custGeom>
              <a:avLst/>
              <a:gdLst>
                <a:gd name="connsiteX0" fmla="*/ 56006 w 121052"/>
                <a:gd name="connsiteY0" fmla="*/ 138998 h 138010"/>
                <a:gd name="connsiteX1" fmla="*/ 31140 w 121052"/>
                <a:gd name="connsiteY1" fmla="*/ 135961 h 138010"/>
                <a:gd name="connsiteX2" fmla="*/ 12159 w 121052"/>
                <a:gd name="connsiteY2" fmla="*/ 127547 h 138010"/>
                <a:gd name="connsiteX3" fmla="*/ 266 w 121052"/>
                <a:gd name="connsiteY3" fmla="*/ 114893 h 138010"/>
                <a:gd name="connsiteX4" fmla="*/ -3911 w 121052"/>
                <a:gd name="connsiteY4" fmla="*/ 97810 h 138010"/>
                <a:gd name="connsiteX5" fmla="*/ -3911 w 121052"/>
                <a:gd name="connsiteY5" fmla="*/ 95786 h 138010"/>
                <a:gd name="connsiteX6" fmla="*/ -3911 w 121052"/>
                <a:gd name="connsiteY6" fmla="*/ 94267 h 138010"/>
                <a:gd name="connsiteX7" fmla="*/ 29812 w 121052"/>
                <a:gd name="connsiteY7" fmla="*/ 94267 h 138010"/>
                <a:gd name="connsiteX8" fmla="*/ 29812 w 121052"/>
                <a:gd name="connsiteY8" fmla="*/ 96292 h 138010"/>
                <a:gd name="connsiteX9" fmla="*/ 33797 w 121052"/>
                <a:gd name="connsiteY9" fmla="*/ 106478 h 138010"/>
                <a:gd name="connsiteX10" fmla="*/ 43732 w 121052"/>
                <a:gd name="connsiteY10" fmla="*/ 112109 h 138010"/>
                <a:gd name="connsiteX11" fmla="*/ 56701 w 121052"/>
                <a:gd name="connsiteY11" fmla="*/ 113881 h 138010"/>
                <a:gd name="connsiteX12" fmla="*/ 68406 w 121052"/>
                <a:gd name="connsiteY12" fmla="*/ 112742 h 138010"/>
                <a:gd name="connsiteX13" fmla="*/ 77958 w 121052"/>
                <a:gd name="connsiteY13" fmla="*/ 108629 h 138010"/>
                <a:gd name="connsiteX14" fmla="*/ 81882 w 121052"/>
                <a:gd name="connsiteY14" fmla="*/ 100847 h 138010"/>
                <a:gd name="connsiteX15" fmla="*/ 76948 w 121052"/>
                <a:gd name="connsiteY15" fmla="*/ 91547 h 138010"/>
                <a:gd name="connsiteX16" fmla="*/ 64294 w 121052"/>
                <a:gd name="connsiteY16" fmla="*/ 86232 h 138010"/>
                <a:gd name="connsiteX17" fmla="*/ 47084 w 121052"/>
                <a:gd name="connsiteY17" fmla="*/ 81740 h 138010"/>
                <a:gd name="connsiteX18" fmla="*/ 30003 w 121052"/>
                <a:gd name="connsiteY18" fmla="*/ 77058 h 138010"/>
                <a:gd name="connsiteX19" fmla="*/ 14501 w 121052"/>
                <a:gd name="connsiteY19" fmla="*/ 70162 h 138010"/>
                <a:gd name="connsiteX20" fmla="*/ 3302 w 121052"/>
                <a:gd name="connsiteY20" fmla="*/ 58963 h 138010"/>
                <a:gd name="connsiteX21" fmla="*/ -936 w 121052"/>
                <a:gd name="connsiteY21" fmla="*/ 41438 h 138010"/>
                <a:gd name="connsiteX22" fmla="*/ 3556 w 121052"/>
                <a:gd name="connsiteY22" fmla="*/ 23470 h 138010"/>
                <a:gd name="connsiteX23" fmla="*/ 16209 w 121052"/>
                <a:gd name="connsiteY23" fmla="*/ 10816 h 138010"/>
                <a:gd name="connsiteX24" fmla="*/ 34810 w 121052"/>
                <a:gd name="connsiteY24" fmla="*/ 3350 h 138010"/>
                <a:gd name="connsiteX25" fmla="*/ 57841 w 121052"/>
                <a:gd name="connsiteY25" fmla="*/ 1009 h 138010"/>
                <a:gd name="connsiteX26" fmla="*/ 79478 w 121052"/>
                <a:gd name="connsiteY26" fmla="*/ 3350 h 138010"/>
                <a:gd name="connsiteX27" fmla="*/ 97066 w 121052"/>
                <a:gd name="connsiteY27" fmla="*/ 10436 h 138010"/>
                <a:gd name="connsiteX28" fmla="*/ 108898 w 121052"/>
                <a:gd name="connsiteY28" fmla="*/ 21951 h 138010"/>
                <a:gd name="connsiteX29" fmla="*/ 113136 w 121052"/>
                <a:gd name="connsiteY29" fmla="*/ 37452 h 138010"/>
                <a:gd name="connsiteX30" fmla="*/ 113136 w 121052"/>
                <a:gd name="connsiteY30" fmla="*/ 40742 h 138010"/>
                <a:gd name="connsiteX31" fmla="*/ 113136 w 121052"/>
                <a:gd name="connsiteY31" fmla="*/ 42703 h 138010"/>
                <a:gd name="connsiteX32" fmla="*/ 79732 w 121052"/>
                <a:gd name="connsiteY32" fmla="*/ 42703 h 138010"/>
                <a:gd name="connsiteX33" fmla="*/ 79732 w 121052"/>
                <a:gd name="connsiteY33" fmla="*/ 40742 h 138010"/>
                <a:gd name="connsiteX34" fmla="*/ 76948 w 121052"/>
                <a:gd name="connsiteY34" fmla="*/ 33023 h 138010"/>
                <a:gd name="connsiteX35" fmla="*/ 69039 w 121052"/>
                <a:gd name="connsiteY35" fmla="*/ 28151 h 138010"/>
                <a:gd name="connsiteX36" fmla="*/ 56386 w 121052"/>
                <a:gd name="connsiteY36" fmla="*/ 26380 h 138010"/>
                <a:gd name="connsiteX37" fmla="*/ 47211 w 121052"/>
                <a:gd name="connsiteY37" fmla="*/ 27139 h 138010"/>
                <a:gd name="connsiteX38" fmla="*/ 40062 w 121052"/>
                <a:gd name="connsiteY38" fmla="*/ 29417 h 138010"/>
                <a:gd name="connsiteX39" fmla="*/ 35379 w 121052"/>
                <a:gd name="connsiteY39" fmla="*/ 33023 h 138010"/>
                <a:gd name="connsiteX40" fmla="*/ 33735 w 121052"/>
                <a:gd name="connsiteY40" fmla="*/ 38211 h 138010"/>
                <a:gd name="connsiteX41" fmla="*/ 37405 w 121052"/>
                <a:gd name="connsiteY41" fmla="*/ 45107 h 138010"/>
                <a:gd name="connsiteX42" fmla="*/ 47084 w 121052"/>
                <a:gd name="connsiteY42" fmla="*/ 49536 h 138010"/>
                <a:gd name="connsiteX43" fmla="*/ 60433 w 121052"/>
                <a:gd name="connsiteY43" fmla="*/ 53269 h 138010"/>
                <a:gd name="connsiteX44" fmla="*/ 79413 w 121052"/>
                <a:gd name="connsiteY44" fmla="*/ 58204 h 138010"/>
                <a:gd name="connsiteX45" fmla="*/ 97890 w 121052"/>
                <a:gd name="connsiteY45" fmla="*/ 64531 h 138010"/>
                <a:gd name="connsiteX46" fmla="*/ 111746 w 121052"/>
                <a:gd name="connsiteY46" fmla="*/ 75983 h 138010"/>
                <a:gd name="connsiteX47" fmla="*/ 116998 w 121052"/>
                <a:gd name="connsiteY47" fmla="*/ 95976 h 138010"/>
                <a:gd name="connsiteX48" fmla="*/ 112376 w 121052"/>
                <a:gd name="connsiteY48" fmla="*/ 116348 h 138010"/>
                <a:gd name="connsiteX49" fmla="*/ 99407 w 121052"/>
                <a:gd name="connsiteY49" fmla="*/ 129698 h 138010"/>
                <a:gd name="connsiteX50" fmla="*/ 80047 w 121052"/>
                <a:gd name="connsiteY50" fmla="*/ 136974 h 138010"/>
                <a:gd name="connsiteX51" fmla="*/ 56006 w 121052"/>
                <a:gd name="connsiteY51" fmla="*/ 138998 h 1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1052" h="138010">
                  <a:moveTo>
                    <a:pt x="56006" y="138998"/>
                  </a:moveTo>
                  <a:cubicBezTo>
                    <a:pt x="47590" y="139106"/>
                    <a:pt x="39240" y="138081"/>
                    <a:pt x="31140" y="135961"/>
                  </a:cubicBezTo>
                  <a:cubicBezTo>
                    <a:pt x="24371" y="134247"/>
                    <a:pt x="17980" y="131400"/>
                    <a:pt x="12159" y="127547"/>
                  </a:cubicBezTo>
                  <a:cubicBezTo>
                    <a:pt x="7226" y="124320"/>
                    <a:pt x="3176" y="119986"/>
                    <a:pt x="266" y="114893"/>
                  </a:cubicBezTo>
                  <a:cubicBezTo>
                    <a:pt x="-2583" y="109654"/>
                    <a:pt x="-4038" y="103770"/>
                    <a:pt x="-3911" y="97810"/>
                  </a:cubicBezTo>
                  <a:lnTo>
                    <a:pt x="-3911" y="95786"/>
                  </a:lnTo>
                  <a:cubicBezTo>
                    <a:pt x="-4038" y="95286"/>
                    <a:pt x="-4038" y="94767"/>
                    <a:pt x="-3911" y="94267"/>
                  </a:cubicBezTo>
                  <a:lnTo>
                    <a:pt x="29812" y="94267"/>
                  </a:lnTo>
                  <a:lnTo>
                    <a:pt x="29812" y="96292"/>
                  </a:lnTo>
                  <a:cubicBezTo>
                    <a:pt x="29812" y="100069"/>
                    <a:pt x="31205" y="103707"/>
                    <a:pt x="33797" y="106478"/>
                  </a:cubicBezTo>
                  <a:cubicBezTo>
                    <a:pt x="36518" y="109211"/>
                    <a:pt x="39997" y="111160"/>
                    <a:pt x="43732" y="112109"/>
                  </a:cubicBezTo>
                  <a:cubicBezTo>
                    <a:pt x="47970" y="113317"/>
                    <a:pt x="52336" y="113912"/>
                    <a:pt x="56701" y="113881"/>
                  </a:cubicBezTo>
                  <a:cubicBezTo>
                    <a:pt x="60624" y="113893"/>
                    <a:pt x="64548" y="113507"/>
                    <a:pt x="68406" y="112742"/>
                  </a:cubicBezTo>
                  <a:cubicBezTo>
                    <a:pt x="71885" y="112147"/>
                    <a:pt x="75113" y="110736"/>
                    <a:pt x="77958" y="108629"/>
                  </a:cubicBezTo>
                  <a:cubicBezTo>
                    <a:pt x="80427" y="106826"/>
                    <a:pt x="81882" y="103922"/>
                    <a:pt x="81882" y="100847"/>
                  </a:cubicBezTo>
                  <a:cubicBezTo>
                    <a:pt x="82008" y="97083"/>
                    <a:pt x="80173" y="93527"/>
                    <a:pt x="76948" y="91547"/>
                  </a:cubicBezTo>
                  <a:cubicBezTo>
                    <a:pt x="73086" y="89067"/>
                    <a:pt x="68786" y="87270"/>
                    <a:pt x="64294" y="86232"/>
                  </a:cubicBezTo>
                  <a:lnTo>
                    <a:pt x="47084" y="81740"/>
                  </a:lnTo>
                  <a:cubicBezTo>
                    <a:pt x="41390" y="80348"/>
                    <a:pt x="35697" y="78830"/>
                    <a:pt x="30003" y="77058"/>
                  </a:cubicBezTo>
                  <a:cubicBezTo>
                    <a:pt x="24560" y="75420"/>
                    <a:pt x="19373" y="73098"/>
                    <a:pt x="14501" y="70162"/>
                  </a:cubicBezTo>
                  <a:cubicBezTo>
                    <a:pt x="9944" y="67365"/>
                    <a:pt x="6086" y="63531"/>
                    <a:pt x="3302" y="58963"/>
                  </a:cubicBezTo>
                  <a:cubicBezTo>
                    <a:pt x="266" y="53630"/>
                    <a:pt x="-1189" y="47562"/>
                    <a:pt x="-936" y="41438"/>
                  </a:cubicBezTo>
                  <a:cubicBezTo>
                    <a:pt x="-1063" y="35155"/>
                    <a:pt x="454" y="28949"/>
                    <a:pt x="3556" y="23470"/>
                  </a:cubicBezTo>
                  <a:cubicBezTo>
                    <a:pt x="6719" y="18301"/>
                    <a:pt x="11023" y="13967"/>
                    <a:pt x="16209" y="10816"/>
                  </a:cubicBezTo>
                  <a:cubicBezTo>
                    <a:pt x="21968" y="7298"/>
                    <a:pt x="28230" y="4780"/>
                    <a:pt x="34810" y="3350"/>
                  </a:cubicBezTo>
                  <a:cubicBezTo>
                    <a:pt x="42404" y="1737"/>
                    <a:pt x="50121" y="946"/>
                    <a:pt x="57841" y="1009"/>
                  </a:cubicBezTo>
                  <a:cubicBezTo>
                    <a:pt x="65116" y="952"/>
                    <a:pt x="72391" y="1737"/>
                    <a:pt x="79478" y="3350"/>
                  </a:cubicBezTo>
                  <a:cubicBezTo>
                    <a:pt x="85678" y="4774"/>
                    <a:pt x="91625" y="7165"/>
                    <a:pt x="97066" y="10436"/>
                  </a:cubicBezTo>
                  <a:cubicBezTo>
                    <a:pt x="101876" y="13309"/>
                    <a:pt x="105861" y="17250"/>
                    <a:pt x="108898" y="21951"/>
                  </a:cubicBezTo>
                  <a:cubicBezTo>
                    <a:pt x="111746" y="26614"/>
                    <a:pt x="113201" y="31986"/>
                    <a:pt x="113136" y="37452"/>
                  </a:cubicBezTo>
                  <a:lnTo>
                    <a:pt x="113136" y="40742"/>
                  </a:lnTo>
                  <a:cubicBezTo>
                    <a:pt x="113263" y="41387"/>
                    <a:pt x="113263" y="42058"/>
                    <a:pt x="113136" y="42703"/>
                  </a:cubicBezTo>
                  <a:lnTo>
                    <a:pt x="79732" y="42703"/>
                  </a:lnTo>
                  <a:lnTo>
                    <a:pt x="79732" y="40742"/>
                  </a:lnTo>
                  <a:cubicBezTo>
                    <a:pt x="79793" y="37914"/>
                    <a:pt x="78783" y="35155"/>
                    <a:pt x="76948" y="33023"/>
                  </a:cubicBezTo>
                  <a:cubicBezTo>
                    <a:pt x="74795" y="30726"/>
                    <a:pt x="72076" y="29044"/>
                    <a:pt x="69039" y="28151"/>
                  </a:cubicBezTo>
                  <a:cubicBezTo>
                    <a:pt x="64925" y="26848"/>
                    <a:pt x="60686" y="26254"/>
                    <a:pt x="56386" y="26380"/>
                  </a:cubicBezTo>
                  <a:cubicBezTo>
                    <a:pt x="53284" y="26355"/>
                    <a:pt x="50247" y="26614"/>
                    <a:pt x="47211" y="27139"/>
                  </a:cubicBezTo>
                  <a:cubicBezTo>
                    <a:pt x="44742" y="27544"/>
                    <a:pt x="42339" y="28310"/>
                    <a:pt x="40062" y="29417"/>
                  </a:cubicBezTo>
                  <a:cubicBezTo>
                    <a:pt x="38227" y="30252"/>
                    <a:pt x="36645" y="31486"/>
                    <a:pt x="35379" y="33023"/>
                  </a:cubicBezTo>
                  <a:cubicBezTo>
                    <a:pt x="34303" y="34523"/>
                    <a:pt x="33670" y="36345"/>
                    <a:pt x="33735" y="38211"/>
                  </a:cubicBezTo>
                  <a:cubicBezTo>
                    <a:pt x="33735" y="40982"/>
                    <a:pt x="35125" y="43570"/>
                    <a:pt x="37405" y="45107"/>
                  </a:cubicBezTo>
                  <a:cubicBezTo>
                    <a:pt x="40377" y="47119"/>
                    <a:pt x="43605" y="48619"/>
                    <a:pt x="47084" y="49536"/>
                  </a:cubicBezTo>
                  <a:lnTo>
                    <a:pt x="60433" y="53269"/>
                  </a:lnTo>
                  <a:cubicBezTo>
                    <a:pt x="66444" y="54958"/>
                    <a:pt x="72771" y="56603"/>
                    <a:pt x="79413" y="58204"/>
                  </a:cubicBezTo>
                  <a:cubicBezTo>
                    <a:pt x="85740" y="59691"/>
                    <a:pt x="91940" y="61810"/>
                    <a:pt x="97890" y="64531"/>
                  </a:cubicBezTo>
                  <a:cubicBezTo>
                    <a:pt x="103392" y="67100"/>
                    <a:pt x="108202" y="71041"/>
                    <a:pt x="111746" y="75983"/>
                  </a:cubicBezTo>
                  <a:cubicBezTo>
                    <a:pt x="115540" y="81943"/>
                    <a:pt x="117375" y="88928"/>
                    <a:pt x="116998" y="95976"/>
                  </a:cubicBezTo>
                  <a:cubicBezTo>
                    <a:pt x="117248" y="103049"/>
                    <a:pt x="115666" y="110066"/>
                    <a:pt x="112376" y="116348"/>
                  </a:cubicBezTo>
                  <a:cubicBezTo>
                    <a:pt x="109278" y="121834"/>
                    <a:pt x="104786" y="126427"/>
                    <a:pt x="99407" y="129698"/>
                  </a:cubicBezTo>
                  <a:cubicBezTo>
                    <a:pt x="93395" y="133203"/>
                    <a:pt x="86880" y="135664"/>
                    <a:pt x="80047" y="136974"/>
                  </a:cubicBezTo>
                  <a:cubicBezTo>
                    <a:pt x="72138" y="138460"/>
                    <a:pt x="64041" y="139137"/>
                    <a:pt x="56006" y="138998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5AA3EE4F-679D-218F-FD94-2D0D6DDD5BF0}"/>
                </a:ext>
              </a:extLst>
            </p:cNvPr>
            <p:cNvSpPr/>
            <p:nvPr/>
          </p:nvSpPr>
          <p:spPr>
            <a:xfrm>
              <a:off x="2203196" y="6427853"/>
              <a:ext cx="135389" cy="138404"/>
            </a:xfrm>
            <a:custGeom>
              <a:avLst/>
              <a:gdLst>
                <a:gd name="connsiteX0" fmla="*/ 63435 w 135389"/>
                <a:gd name="connsiteY0" fmla="*/ 139365 h 138404"/>
                <a:gd name="connsiteX1" fmla="*/ 26738 w 135389"/>
                <a:gd name="connsiteY1" fmla="*/ 131963 h 138404"/>
                <a:gd name="connsiteX2" fmla="*/ 3837 w 135389"/>
                <a:gd name="connsiteY2" fmla="*/ 109059 h 138404"/>
                <a:gd name="connsiteX3" fmla="*/ -3945 w 135389"/>
                <a:gd name="connsiteY3" fmla="*/ 70212 h 138404"/>
                <a:gd name="connsiteX4" fmla="*/ 3837 w 135389"/>
                <a:gd name="connsiteY4" fmla="*/ 31112 h 138404"/>
                <a:gd name="connsiteX5" fmla="*/ 26738 w 135389"/>
                <a:gd name="connsiteY5" fmla="*/ 8462 h 138404"/>
                <a:gd name="connsiteX6" fmla="*/ 63435 w 135389"/>
                <a:gd name="connsiteY6" fmla="*/ 1060 h 138404"/>
                <a:gd name="connsiteX7" fmla="*/ 100763 w 135389"/>
                <a:gd name="connsiteY7" fmla="*/ 8399 h 138404"/>
                <a:gd name="connsiteX8" fmla="*/ 123476 w 135389"/>
                <a:gd name="connsiteY8" fmla="*/ 31049 h 138404"/>
                <a:gd name="connsiteX9" fmla="*/ 131323 w 135389"/>
                <a:gd name="connsiteY9" fmla="*/ 70149 h 138404"/>
                <a:gd name="connsiteX10" fmla="*/ 123476 w 135389"/>
                <a:gd name="connsiteY10" fmla="*/ 108996 h 138404"/>
                <a:gd name="connsiteX11" fmla="*/ 100763 w 135389"/>
                <a:gd name="connsiteY11" fmla="*/ 131899 h 138404"/>
                <a:gd name="connsiteX12" fmla="*/ 63435 w 135389"/>
                <a:gd name="connsiteY12" fmla="*/ 139365 h 138404"/>
                <a:gd name="connsiteX13" fmla="*/ 63435 w 135389"/>
                <a:gd name="connsiteY13" fmla="*/ 112160 h 138404"/>
                <a:gd name="connsiteX14" fmla="*/ 81971 w 135389"/>
                <a:gd name="connsiteY14" fmla="*/ 107920 h 138404"/>
                <a:gd name="connsiteX15" fmla="*/ 92160 w 135389"/>
                <a:gd name="connsiteY15" fmla="*/ 94824 h 138404"/>
                <a:gd name="connsiteX16" fmla="*/ 95385 w 135389"/>
                <a:gd name="connsiteY16" fmla="*/ 73186 h 138404"/>
                <a:gd name="connsiteX17" fmla="*/ 95385 w 135389"/>
                <a:gd name="connsiteY17" fmla="*/ 66859 h 138404"/>
                <a:gd name="connsiteX18" fmla="*/ 92160 w 135389"/>
                <a:gd name="connsiteY18" fmla="*/ 45221 h 138404"/>
                <a:gd name="connsiteX19" fmla="*/ 81971 w 135389"/>
                <a:gd name="connsiteY19" fmla="*/ 31998 h 138404"/>
                <a:gd name="connsiteX20" fmla="*/ 63435 w 135389"/>
                <a:gd name="connsiteY20" fmla="*/ 27632 h 138404"/>
                <a:gd name="connsiteX21" fmla="*/ 45215 w 135389"/>
                <a:gd name="connsiteY21" fmla="*/ 31998 h 138404"/>
                <a:gd name="connsiteX22" fmla="*/ 35026 w 135389"/>
                <a:gd name="connsiteY22" fmla="*/ 45221 h 138404"/>
                <a:gd name="connsiteX23" fmla="*/ 31801 w 135389"/>
                <a:gd name="connsiteY23" fmla="*/ 66859 h 138404"/>
                <a:gd name="connsiteX24" fmla="*/ 31801 w 135389"/>
                <a:gd name="connsiteY24" fmla="*/ 73186 h 138404"/>
                <a:gd name="connsiteX25" fmla="*/ 35026 w 135389"/>
                <a:gd name="connsiteY25" fmla="*/ 94824 h 138404"/>
                <a:gd name="connsiteX26" fmla="*/ 45215 w 135389"/>
                <a:gd name="connsiteY26" fmla="*/ 107920 h 138404"/>
                <a:gd name="connsiteX27" fmla="*/ 63435 w 135389"/>
                <a:gd name="connsiteY27" fmla="*/ 112160 h 1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389" h="138404">
                  <a:moveTo>
                    <a:pt x="63435" y="139365"/>
                  </a:moveTo>
                  <a:cubicBezTo>
                    <a:pt x="50782" y="139726"/>
                    <a:pt x="38255" y="137195"/>
                    <a:pt x="26738" y="131963"/>
                  </a:cubicBezTo>
                  <a:cubicBezTo>
                    <a:pt x="16744" y="127084"/>
                    <a:pt x="8709" y="119031"/>
                    <a:pt x="3837" y="109059"/>
                  </a:cubicBezTo>
                  <a:cubicBezTo>
                    <a:pt x="-1733" y="96893"/>
                    <a:pt x="-4390" y="83587"/>
                    <a:pt x="-3945" y="70212"/>
                  </a:cubicBezTo>
                  <a:cubicBezTo>
                    <a:pt x="-4452" y="56749"/>
                    <a:pt x="-1795" y="43355"/>
                    <a:pt x="3837" y="31112"/>
                  </a:cubicBezTo>
                  <a:cubicBezTo>
                    <a:pt x="8770" y="21230"/>
                    <a:pt x="16806" y="13258"/>
                    <a:pt x="26738" y="8462"/>
                  </a:cubicBezTo>
                  <a:cubicBezTo>
                    <a:pt x="38255" y="3230"/>
                    <a:pt x="50782" y="699"/>
                    <a:pt x="63435" y="1060"/>
                  </a:cubicBezTo>
                  <a:cubicBezTo>
                    <a:pt x="76278" y="598"/>
                    <a:pt x="89058" y="3109"/>
                    <a:pt x="100763" y="8399"/>
                  </a:cubicBezTo>
                  <a:cubicBezTo>
                    <a:pt x="110634" y="13239"/>
                    <a:pt x="118604" y="21204"/>
                    <a:pt x="123476" y="31049"/>
                  </a:cubicBezTo>
                  <a:cubicBezTo>
                    <a:pt x="129173" y="43273"/>
                    <a:pt x="131829" y="56679"/>
                    <a:pt x="131323" y="70149"/>
                  </a:cubicBezTo>
                  <a:cubicBezTo>
                    <a:pt x="131764" y="83537"/>
                    <a:pt x="129108" y="96842"/>
                    <a:pt x="123476" y="108996"/>
                  </a:cubicBezTo>
                  <a:cubicBezTo>
                    <a:pt x="118604" y="118923"/>
                    <a:pt x="110634" y="126977"/>
                    <a:pt x="100763" y="131899"/>
                  </a:cubicBezTo>
                  <a:cubicBezTo>
                    <a:pt x="89058" y="137233"/>
                    <a:pt x="76278" y="139789"/>
                    <a:pt x="63435" y="139365"/>
                  </a:cubicBezTo>
                  <a:close/>
                  <a:moveTo>
                    <a:pt x="63435" y="112160"/>
                  </a:moveTo>
                  <a:cubicBezTo>
                    <a:pt x="69889" y="112476"/>
                    <a:pt x="76278" y="111014"/>
                    <a:pt x="81971" y="107920"/>
                  </a:cubicBezTo>
                  <a:cubicBezTo>
                    <a:pt x="86716" y="104827"/>
                    <a:pt x="90325" y="100208"/>
                    <a:pt x="92160" y="94824"/>
                  </a:cubicBezTo>
                  <a:cubicBezTo>
                    <a:pt x="94498" y="87851"/>
                    <a:pt x="95576" y="80531"/>
                    <a:pt x="95385" y="73186"/>
                  </a:cubicBezTo>
                  <a:lnTo>
                    <a:pt x="95385" y="66859"/>
                  </a:lnTo>
                  <a:cubicBezTo>
                    <a:pt x="95576" y="59513"/>
                    <a:pt x="94498" y="52193"/>
                    <a:pt x="92160" y="45221"/>
                  </a:cubicBezTo>
                  <a:cubicBezTo>
                    <a:pt x="90325" y="39818"/>
                    <a:pt x="86716" y="35174"/>
                    <a:pt x="81971" y="31998"/>
                  </a:cubicBezTo>
                  <a:cubicBezTo>
                    <a:pt x="76343" y="28828"/>
                    <a:pt x="69889" y="27316"/>
                    <a:pt x="63435" y="27632"/>
                  </a:cubicBezTo>
                  <a:cubicBezTo>
                    <a:pt x="57044" y="27342"/>
                    <a:pt x="50782" y="28853"/>
                    <a:pt x="45215" y="31998"/>
                  </a:cubicBezTo>
                  <a:cubicBezTo>
                    <a:pt x="40470" y="35161"/>
                    <a:pt x="36861" y="39812"/>
                    <a:pt x="35026" y="45221"/>
                  </a:cubicBezTo>
                  <a:cubicBezTo>
                    <a:pt x="32688" y="52193"/>
                    <a:pt x="31610" y="59513"/>
                    <a:pt x="31801" y="66859"/>
                  </a:cubicBezTo>
                  <a:lnTo>
                    <a:pt x="31801" y="73186"/>
                  </a:lnTo>
                  <a:cubicBezTo>
                    <a:pt x="31610" y="80531"/>
                    <a:pt x="32688" y="87851"/>
                    <a:pt x="35026" y="94824"/>
                  </a:cubicBezTo>
                  <a:cubicBezTo>
                    <a:pt x="36861" y="100208"/>
                    <a:pt x="40470" y="104820"/>
                    <a:pt x="45215" y="107920"/>
                  </a:cubicBezTo>
                  <a:cubicBezTo>
                    <a:pt x="50782" y="110989"/>
                    <a:pt x="57109" y="112457"/>
                    <a:pt x="63435" y="112160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30A23FE-5646-32DB-D3B6-39B2091E23F9}"/>
                </a:ext>
              </a:extLst>
            </p:cNvPr>
            <p:cNvSpPr/>
            <p:nvPr/>
          </p:nvSpPr>
          <p:spPr>
            <a:xfrm>
              <a:off x="2406593" y="6381341"/>
              <a:ext cx="127305" cy="184889"/>
            </a:xfrm>
            <a:custGeom>
              <a:avLst/>
              <a:gdLst>
                <a:gd name="connsiteX0" fmla="*/ 49212 w 127305"/>
                <a:gd name="connsiteY0" fmla="*/ 185877 h 184889"/>
                <a:gd name="connsiteX1" fmla="*/ 20867 w 127305"/>
                <a:gd name="connsiteY1" fmla="*/ 178475 h 184889"/>
                <a:gd name="connsiteX2" fmla="*/ 2393 w 127305"/>
                <a:gd name="connsiteY2" fmla="*/ 155698 h 184889"/>
                <a:gd name="connsiteX3" fmla="*/ -3934 w 127305"/>
                <a:gd name="connsiteY3" fmla="*/ 116471 h 184889"/>
                <a:gd name="connsiteX4" fmla="*/ 2708 w 127305"/>
                <a:gd name="connsiteY4" fmla="*/ 77371 h 184889"/>
                <a:gd name="connsiteX5" fmla="*/ 21056 w 127305"/>
                <a:gd name="connsiteY5" fmla="*/ 54848 h 184889"/>
                <a:gd name="connsiteX6" fmla="*/ 48137 w 127305"/>
                <a:gd name="connsiteY6" fmla="*/ 47572 h 184889"/>
                <a:gd name="connsiteX7" fmla="*/ 64080 w 127305"/>
                <a:gd name="connsiteY7" fmla="*/ 49407 h 184889"/>
                <a:gd name="connsiteX8" fmla="*/ 77176 w 127305"/>
                <a:gd name="connsiteY8" fmla="*/ 55354 h 184889"/>
                <a:gd name="connsiteX9" fmla="*/ 86858 w 127305"/>
                <a:gd name="connsiteY9" fmla="*/ 65160 h 184889"/>
                <a:gd name="connsiteX10" fmla="*/ 88375 w 127305"/>
                <a:gd name="connsiteY10" fmla="*/ 65160 h 184889"/>
                <a:gd name="connsiteX11" fmla="*/ 88375 w 127305"/>
                <a:gd name="connsiteY11" fmla="*/ 1006 h 184889"/>
                <a:gd name="connsiteX12" fmla="*/ 123299 w 127305"/>
                <a:gd name="connsiteY12" fmla="*/ 1006 h 184889"/>
                <a:gd name="connsiteX13" fmla="*/ 123299 w 127305"/>
                <a:gd name="connsiteY13" fmla="*/ 182840 h 184889"/>
                <a:gd name="connsiteX14" fmla="*/ 94640 w 127305"/>
                <a:gd name="connsiteY14" fmla="*/ 182840 h 184889"/>
                <a:gd name="connsiteX15" fmla="*/ 91856 w 127305"/>
                <a:gd name="connsiteY15" fmla="*/ 164999 h 184889"/>
                <a:gd name="connsiteX16" fmla="*/ 90083 w 127305"/>
                <a:gd name="connsiteY16" fmla="*/ 164999 h 184889"/>
                <a:gd name="connsiteX17" fmla="*/ 72999 w 127305"/>
                <a:gd name="connsiteY17" fmla="*/ 180689 h 184889"/>
                <a:gd name="connsiteX18" fmla="*/ 49212 w 127305"/>
                <a:gd name="connsiteY18" fmla="*/ 185877 h 184889"/>
                <a:gd name="connsiteX19" fmla="*/ 60222 w 127305"/>
                <a:gd name="connsiteY19" fmla="*/ 157216 h 184889"/>
                <a:gd name="connsiteX20" fmla="*/ 76227 w 127305"/>
                <a:gd name="connsiteY20" fmla="*/ 152661 h 184889"/>
                <a:gd name="connsiteX21" fmla="*/ 85403 w 127305"/>
                <a:gd name="connsiteY21" fmla="*/ 139564 h 184889"/>
                <a:gd name="connsiteX22" fmla="*/ 88439 w 127305"/>
                <a:gd name="connsiteY22" fmla="*/ 119192 h 184889"/>
                <a:gd name="connsiteX23" fmla="*/ 88439 w 127305"/>
                <a:gd name="connsiteY23" fmla="*/ 114700 h 184889"/>
                <a:gd name="connsiteX24" fmla="*/ 86793 w 127305"/>
                <a:gd name="connsiteY24" fmla="*/ 98566 h 184889"/>
                <a:gd name="connsiteX25" fmla="*/ 81606 w 127305"/>
                <a:gd name="connsiteY25" fmla="*/ 86419 h 184889"/>
                <a:gd name="connsiteX26" fmla="*/ 72811 w 127305"/>
                <a:gd name="connsiteY26" fmla="*/ 78827 h 184889"/>
                <a:gd name="connsiteX27" fmla="*/ 60157 w 127305"/>
                <a:gd name="connsiteY27" fmla="*/ 76232 h 184889"/>
                <a:gd name="connsiteX28" fmla="*/ 43326 w 127305"/>
                <a:gd name="connsiteY28" fmla="*/ 80345 h 184889"/>
                <a:gd name="connsiteX29" fmla="*/ 34281 w 127305"/>
                <a:gd name="connsiteY29" fmla="*/ 92999 h 184889"/>
                <a:gd name="connsiteX30" fmla="*/ 31498 w 127305"/>
                <a:gd name="connsiteY30" fmla="*/ 114004 h 184889"/>
                <a:gd name="connsiteX31" fmla="*/ 31498 w 127305"/>
                <a:gd name="connsiteY31" fmla="*/ 119761 h 184889"/>
                <a:gd name="connsiteX32" fmla="*/ 34281 w 127305"/>
                <a:gd name="connsiteY32" fmla="*/ 140640 h 184889"/>
                <a:gd name="connsiteX33" fmla="*/ 43326 w 127305"/>
                <a:gd name="connsiteY33" fmla="*/ 153294 h 184889"/>
                <a:gd name="connsiteX34" fmla="*/ 60472 w 127305"/>
                <a:gd name="connsiteY34" fmla="*/ 157216 h 18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7305" h="184889">
                  <a:moveTo>
                    <a:pt x="49212" y="185877"/>
                  </a:moveTo>
                  <a:cubicBezTo>
                    <a:pt x="39279" y="186137"/>
                    <a:pt x="29409" y="183574"/>
                    <a:pt x="20867" y="178475"/>
                  </a:cubicBezTo>
                  <a:cubicBezTo>
                    <a:pt x="12517" y="172983"/>
                    <a:pt x="6063" y="165024"/>
                    <a:pt x="2393" y="155698"/>
                  </a:cubicBezTo>
                  <a:cubicBezTo>
                    <a:pt x="-2290" y="143171"/>
                    <a:pt x="-4440" y="129834"/>
                    <a:pt x="-3934" y="116471"/>
                  </a:cubicBezTo>
                  <a:cubicBezTo>
                    <a:pt x="-4378" y="103122"/>
                    <a:pt x="-2163" y="89816"/>
                    <a:pt x="2708" y="77371"/>
                  </a:cubicBezTo>
                  <a:cubicBezTo>
                    <a:pt x="6379" y="68153"/>
                    <a:pt x="12770" y="60289"/>
                    <a:pt x="21056" y="54848"/>
                  </a:cubicBezTo>
                  <a:cubicBezTo>
                    <a:pt x="29218" y="49887"/>
                    <a:pt x="38581" y="47363"/>
                    <a:pt x="48137" y="47572"/>
                  </a:cubicBezTo>
                  <a:cubicBezTo>
                    <a:pt x="53515" y="47546"/>
                    <a:pt x="58829" y="48160"/>
                    <a:pt x="64080" y="49407"/>
                  </a:cubicBezTo>
                  <a:cubicBezTo>
                    <a:pt x="68761" y="50552"/>
                    <a:pt x="73191" y="52570"/>
                    <a:pt x="77176" y="55354"/>
                  </a:cubicBezTo>
                  <a:cubicBezTo>
                    <a:pt x="80908" y="58049"/>
                    <a:pt x="84198" y="61364"/>
                    <a:pt x="86858" y="65160"/>
                  </a:cubicBezTo>
                  <a:lnTo>
                    <a:pt x="88375" y="65160"/>
                  </a:lnTo>
                  <a:lnTo>
                    <a:pt x="88375" y="1006"/>
                  </a:lnTo>
                  <a:lnTo>
                    <a:pt x="123299" y="1006"/>
                  </a:lnTo>
                  <a:lnTo>
                    <a:pt x="123299" y="182840"/>
                  </a:lnTo>
                  <a:lnTo>
                    <a:pt x="94640" y="182840"/>
                  </a:lnTo>
                  <a:lnTo>
                    <a:pt x="91856" y="164999"/>
                  </a:lnTo>
                  <a:lnTo>
                    <a:pt x="90083" y="164999"/>
                  </a:lnTo>
                  <a:cubicBezTo>
                    <a:pt x="86033" y="171775"/>
                    <a:pt x="80086" y="177222"/>
                    <a:pt x="72999" y="180689"/>
                  </a:cubicBezTo>
                  <a:cubicBezTo>
                    <a:pt x="65597" y="184257"/>
                    <a:pt x="57435" y="186035"/>
                    <a:pt x="49212" y="185877"/>
                  </a:cubicBezTo>
                  <a:close/>
                  <a:moveTo>
                    <a:pt x="60222" y="157216"/>
                  </a:moveTo>
                  <a:cubicBezTo>
                    <a:pt x="65915" y="157476"/>
                    <a:pt x="71544" y="155875"/>
                    <a:pt x="76227" y="152661"/>
                  </a:cubicBezTo>
                  <a:cubicBezTo>
                    <a:pt x="80531" y="149327"/>
                    <a:pt x="83756" y="144759"/>
                    <a:pt x="85403" y="139564"/>
                  </a:cubicBezTo>
                  <a:cubicBezTo>
                    <a:pt x="87553" y="132997"/>
                    <a:pt x="88566" y="126107"/>
                    <a:pt x="88439" y="119192"/>
                  </a:cubicBezTo>
                  <a:lnTo>
                    <a:pt x="88439" y="114700"/>
                  </a:lnTo>
                  <a:cubicBezTo>
                    <a:pt x="88501" y="109278"/>
                    <a:pt x="87933" y="103868"/>
                    <a:pt x="86793" y="98566"/>
                  </a:cubicBezTo>
                  <a:cubicBezTo>
                    <a:pt x="85906" y="94213"/>
                    <a:pt x="84136" y="90088"/>
                    <a:pt x="81606" y="86419"/>
                  </a:cubicBezTo>
                  <a:cubicBezTo>
                    <a:pt x="79326" y="83192"/>
                    <a:pt x="76354" y="80585"/>
                    <a:pt x="72811" y="78827"/>
                  </a:cubicBezTo>
                  <a:cubicBezTo>
                    <a:pt x="68826" y="77011"/>
                    <a:pt x="64522" y="76125"/>
                    <a:pt x="60157" y="76232"/>
                  </a:cubicBezTo>
                  <a:cubicBezTo>
                    <a:pt x="54272" y="75948"/>
                    <a:pt x="48452" y="77378"/>
                    <a:pt x="43326" y="80345"/>
                  </a:cubicBezTo>
                  <a:cubicBezTo>
                    <a:pt x="38961" y="83388"/>
                    <a:pt x="35736" y="87861"/>
                    <a:pt x="34281" y="92999"/>
                  </a:cubicBezTo>
                  <a:cubicBezTo>
                    <a:pt x="32254" y="99813"/>
                    <a:pt x="31306" y="106899"/>
                    <a:pt x="31498" y="114004"/>
                  </a:cubicBezTo>
                  <a:lnTo>
                    <a:pt x="31498" y="119761"/>
                  </a:lnTo>
                  <a:cubicBezTo>
                    <a:pt x="31306" y="126822"/>
                    <a:pt x="32254" y="133870"/>
                    <a:pt x="34281" y="140640"/>
                  </a:cubicBezTo>
                  <a:cubicBezTo>
                    <a:pt x="35736" y="145777"/>
                    <a:pt x="38961" y="150250"/>
                    <a:pt x="43326" y="153294"/>
                  </a:cubicBezTo>
                  <a:cubicBezTo>
                    <a:pt x="48516" y="156286"/>
                    <a:pt x="54525" y="157653"/>
                    <a:pt x="60472" y="157216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CEBC36A-DFFF-4341-E72A-1BD028F89464}"/>
                </a:ext>
              </a:extLst>
            </p:cNvPr>
            <p:cNvSpPr/>
            <p:nvPr/>
          </p:nvSpPr>
          <p:spPr>
            <a:xfrm>
              <a:off x="2559523" y="6427867"/>
              <a:ext cx="128069" cy="138386"/>
            </a:xfrm>
            <a:custGeom>
              <a:avLst/>
              <a:gdLst>
                <a:gd name="connsiteX0" fmla="*/ 62742 w 128069"/>
                <a:gd name="connsiteY0" fmla="*/ 139352 h 138386"/>
                <a:gd name="connsiteX1" fmla="*/ 25982 w 128069"/>
                <a:gd name="connsiteY1" fmla="*/ 131949 h 138386"/>
                <a:gd name="connsiteX2" fmla="*/ 3650 w 128069"/>
                <a:gd name="connsiteY2" fmla="*/ 109172 h 138386"/>
                <a:gd name="connsiteX3" fmla="*/ -3944 w 128069"/>
                <a:gd name="connsiteY3" fmla="*/ 70199 h 138386"/>
                <a:gd name="connsiteX4" fmla="*/ 3650 w 128069"/>
                <a:gd name="connsiteY4" fmla="*/ 31099 h 138386"/>
                <a:gd name="connsiteX5" fmla="*/ 25855 w 128069"/>
                <a:gd name="connsiteY5" fmla="*/ 8449 h 138386"/>
                <a:gd name="connsiteX6" fmla="*/ 61982 w 128069"/>
                <a:gd name="connsiteY6" fmla="*/ 1046 h 138386"/>
                <a:gd name="connsiteX7" fmla="*/ 95893 w 128069"/>
                <a:gd name="connsiteY7" fmla="*/ 8195 h 138386"/>
                <a:gd name="connsiteX8" fmla="*/ 116773 w 128069"/>
                <a:gd name="connsiteY8" fmla="*/ 30340 h 138386"/>
                <a:gd name="connsiteX9" fmla="*/ 123860 w 128069"/>
                <a:gd name="connsiteY9" fmla="*/ 68934 h 138386"/>
                <a:gd name="connsiteX10" fmla="*/ 123860 w 128069"/>
                <a:gd name="connsiteY10" fmla="*/ 77981 h 138386"/>
                <a:gd name="connsiteX11" fmla="*/ 31549 w 128069"/>
                <a:gd name="connsiteY11" fmla="*/ 77981 h 138386"/>
                <a:gd name="connsiteX12" fmla="*/ 35219 w 128069"/>
                <a:gd name="connsiteY12" fmla="*/ 97594 h 138386"/>
                <a:gd name="connsiteX13" fmla="*/ 44963 w 128069"/>
                <a:gd name="connsiteY13" fmla="*/ 109552 h 138386"/>
                <a:gd name="connsiteX14" fmla="*/ 62742 w 128069"/>
                <a:gd name="connsiteY14" fmla="*/ 113411 h 138386"/>
                <a:gd name="connsiteX15" fmla="*/ 73687 w 128069"/>
                <a:gd name="connsiteY15" fmla="*/ 111893 h 138386"/>
                <a:gd name="connsiteX16" fmla="*/ 82102 w 128069"/>
                <a:gd name="connsiteY16" fmla="*/ 107401 h 138386"/>
                <a:gd name="connsiteX17" fmla="*/ 87607 w 128069"/>
                <a:gd name="connsiteY17" fmla="*/ 99872 h 138386"/>
                <a:gd name="connsiteX18" fmla="*/ 89631 w 128069"/>
                <a:gd name="connsiteY18" fmla="*/ 89559 h 138386"/>
                <a:gd name="connsiteX19" fmla="*/ 124049 w 128069"/>
                <a:gd name="connsiteY19" fmla="*/ 89559 h 138386"/>
                <a:gd name="connsiteX20" fmla="*/ 119492 w 128069"/>
                <a:gd name="connsiteY20" fmla="*/ 111387 h 138386"/>
                <a:gd name="connsiteX21" fmla="*/ 106838 w 128069"/>
                <a:gd name="connsiteY21" fmla="*/ 126888 h 138386"/>
                <a:gd name="connsiteX22" fmla="*/ 87858 w 128069"/>
                <a:gd name="connsiteY22" fmla="*/ 136188 h 138386"/>
                <a:gd name="connsiteX23" fmla="*/ 62742 w 128069"/>
                <a:gd name="connsiteY23" fmla="*/ 139352 h 138386"/>
                <a:gd name="connsiteX24" fmla="*/ 32056 w 128069"/>
                <a:gd name="connsiteY24" fmla="*/ 55837 h 138386"/>
                <a:gd name="connsiteX25" fmla="*/ 87858 w 128069"/>
                <a:gd name="connsiteY25" fmla="*/ 55837 h 138386"/>
                <a:gd name="connsiteX26" fmla="*/ 85961 w 128069"/>
                <a:gd name="connsiteY26" fmla="*/ 42740 h 138386"/>
                <a:gd name="connsiteX27" fmla="*/ 80836 w 128069"/>
                <a:gd name="connsiteY27" fmla="*/ 33693 h 138386"/>
                <a:gd name="connsiteX28" fmla="*/ 72927 w 128069"/>
                <a:gd name="connsiteY28" fmla="*/ 28568 h 138386"/>
                <a:gd name="connsiteX29" fmla="*/ 62488 w 128069"/>
                <a:gd name="connsiteY29" fmla="*/ 26923 h 138386"/>
                <a:gd name="connsiteX30" fmla="*/ 46483 w 128069"/>
                <a:gd name="connsiteY30" fmla="*/ 30087 h 138386"/>
                <a:gd name="connsiteX31" fmla="*/ 36674 w 128069"/>
                <a:gd name="connsiteY31" fmla="*/ 39640 h 138386"/>
                <a:gd name="connsiteX32" fmla="*/ 32056 w 128069"/>
                <a:gd name="connsiteY32" fmla="*/ 55837 h 13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8069" h="138386">
                  <a:moveTo>
                    <a:pt x="62742" y="139352"/>
                  </a:moveTo>
                  <a:cubicBezTo>
                    <a:pt x="50088" y="139750"/>
                    <a:pt x="37496" y="137213"/>
                    <a:pt x="25982" y="131949"/>
                  </a:cubicBezTo>
                  <a:cubicBezTo>
                    <a:pt x="16238" y="127059"/>
                    <a:pt x="8330" y="119042"/>
                    <a:pt x="3650" y="109172"/>
                  </a:cubicBezTo>
                  <a:cubicBezTo>
                    <a:pt x="-1856" y="96930"/>
                    <a:pt x="-4451" y="83599"/>
                    <a:pt x="-3944" y="70199"/>
                  </a:cubicBezTo>
                  <a:cubicBezTo>
                    <a:pt x="-4451" y="56755"/>
                    <a:pt x="-1856" y="43373"/>
                    <a:pt x="3650" y="31099"/>
                  </a:cubicBezTo>
                  <a:cubicBezTo>
                    <a:pt x="8330" y="21273"/>
                    <a:pt x="16112" y="13301"/>
                    <a:pt x="25855" y="8449"/>
                  </a:cubicBezTo>
                  <a:cubicBezTo>
                    <a:pt x="37181" y="3197"/>
                    <a:pt x="49519" y="667"/>
                    <a:pt x="61982" y="1046"/>
                  </a:cubicBezTo>
                  <a:cubicBezTo>
                    <a:pt x="73687" y="654"/>
                    <a:pt x="85327" y="3109"/>
                    <a:pt x="95893" y="8195"/>
                  </a:cubicBezTo>
                  <a:cubicBezTo>
                    <a:pt x="105195" y="12992"/>
                    <a:pt x="112535" y="20799"/>
                    <a:pt x="116773" y="30340"/>
                  </a:cubicBezTo>
                  <a:cubicBezTo>
                    <a:pt x="121898" y="42538"/>
                    <a:pt x="124302" y="55704"/>
                    <a:pt x="123860" y="68934"/>
                  </a:cubicBezTo>
                  <a:lnTo>
                    <a:pt x="123860" y="77981"/>
                  </a:lnTo>
                  <a:lnTo>
                    <a:pt x="31549" y="77981"/>
                  </a:lnTo>
                  <a:cubicBezTo>
                    <a:pt x="31676" y="84681"/>
                    <a:pt x="32877" y="91312"/>
                    <a:pt x="35219" y="97594"/>
                  </a:cubicBezTo>
                  <a:cubicBezTo>
                    <a:pt x="36992" y="102586"/>
                    <a:pt x="40406" y="106819"/>
                    <a:pt x="44963" y="109552"/>
                  </a:cubicBezTo>
                  <a:cubicBezTo>
                    <a:pt x="50468" y="112368"/>
                    <a:pt x="56603" y="113703"/>
                    <a:pt x="62742" y="113411"/>
                  </a:cubicBezTo>
                  <a:cubicBezTo>
                    <a:pt x="66473" y="113456"/>
                    <a:pt x="70144" y="112943"/>
                    <a:pt x="73687" y="111893"/>
                  </a:cubicBezTo>
                  <a:cubicBezTo>
                    <a:pt x="76785" y="111014"/>
                    <a:pt x="79634" y="109483"/>
                    <a:pt x="82102" y="107401"/>
                  </a:cubicBezTo>
                  <a:cubicBezTo>
                    <a:pt x="84444" y="105326"/>
                    <a:pt x="86341" y="102757"/>
                    <a:pt x="87607" y="99872"/>
                  </a:cubicBezTo>
                  <a:cubicBezTo>
                    <a:pt x="88997" y="96614"/>
                    <a:pt x="89693" y="93102"/>
                    <a:pt x="89631" y="89559"/>
                  </a:cubicBezTo>
                  <a:lnTo>
                    <a:pt x="124049" y="89559"/>
                  </a:lnTo>
                  <a:cubicBezTo>
                    <a:pt x="124237" y="97088"/>
                    <a:pt x="122655" y="104560"/>
                    <a:pt x="119492" y="111387"/>
                  </a:cubicBezTo>
                  <a:cubicBezTo>
                    <a:pt x="116582" y="117486"/>
                    <a:pt x="112217" y="122800"/>
                    <a:pt x="106838" y="126888"/>
                  </a:cubicBezTo>
                  <a:cubicBezTo>
                    <a:pt x="101145" y="131165"/>
                    <a:pt x="94691" y="134315"/>
                    <a:pt x="87858" y="136188"/>
                  </a:cubicBezTo>
                  <a:cubicBezTo>
                    <a:pt x="79699" y="138403"/>
                    <a:pt x="71219" y="139466"/>
                    <a:pt x="62742" y="139352"/>
                  </a:cubicBezTo>
                  <a:close/>
                  <a:moveTo>
                    <a:pt x="32056" y="55837"/>
                  </a:moveTo>
                  <a:lnTo>
                    <a:pt x="87858" y="55837"/>
                  </a:lnTo>
                  <a:cubicBezTo>
                    <a:pt x="87922" y="51395"/>
                    <a:pt x="87289" y="46973"/>
                    <a:pt x="85961" y="42740"/>
                  </a:cubicBezTo>
                  <a:cubicBezTo>
                    <a:pt x="84947" y="39393"/>
                    <a:pt x="83177" y="36306"/>
                    <a:pt x="80836" y="33693"/>
                  </a:cubicBezTo>
                  <a:cubicBezTo>
                    <a:pt x="78685" y="31346"/>
                    <a:pt x="75964" y="29587"/>
                    <a:pt x="72927" y="28568"/>
                  </a:cubicBezTo>
                  <a:cubicBezTo>
                    <a:pt x="69575" y="27436"/>
                    <a:pt x="66032" y="26885"/>
                    <a:pt x="62488" y="26923"/>
                  </a:cubicBezTo>
                  <a:cubicBezTo>
                    <a:pt x="56983" y="26752"/>
                    <a:pt x="51478" y="27834"/>
                    <a:pt x="46483" y="30087"/>
                  </a:cubicBezTo>
                  <a:cubicBezTo>
                    <a:pt x="42241" y="32130"/>
                    <a:pt x="38824" y="35484"/>
                    <a:pt x="36674" y="39640"/>
                  </a:cubicBezTo>
                  <a:cubicBezTo>
                    <a:pt x="34206" y="44727"/>
                    <a:pt x="32624" y="50206"/>
                    <a:pt x="32056" y="55837"/>
                  </a:cubicBez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E31644F-8746-9EAD-6373-8EBA5A9CD62D}"/>
                </a:ext>
              </a:extLst>
            </p:cNvPr>
            <p:cNvSpPr/>
            <p:nvPr/>
          </p:nvSpPr>
          <p:spPr>
            <a:xfrm>
              <a:off x="2752428" y="6390452"/>
              <a:ext cx="148619" cy="172723"/>
            </a:xfrm>
            <a:custGeom>
              <a:avLst/>
              <a:gdLst>
                <a:gd name="connsiteX0" fmla="*/ 51354 w 148619"/>
                <a:gd name="connsiteY0" fmla="*/ 173729 h 172723"/>
                <a:gd name="connsiteX1" fmla="*/ 51354 w 148619"/>
                <a:gd name="connsiteY1" fmla="*/ 32640 h 172723"/>
                <a:gd name="connsiteX2" fmla="*/ -4006 w 148619"/>
                <a:gd name="connsiteY2" fmla="*/ 32640 h 172723"/>
                <a:gd name="connsiteX3" fmla="*/ -4006 w 148619"/>
                <a:gd name="connsiteY3" fmla="*/ 1006 h 172723"/>
                <a:gd name="connsiteX4" fmla="*/ 144614 w 148619"/>
                <a:gd name="connsiteY4" fmla="*/ 1006 h 172723"/>
                <a:gd name="connsiteX5" fmla="*/ 144614 w 148619"/>
                <a:gd name="connsiteY5" fmla="*/ 32640 h 172723"/>
                <a:gd name="connsiteX6" fmla="*/ 89315 w 148619"/>
                <a:gd name="connsiteY6" fmla="*/ 32640 h 172723"/>
                <a:gd name="connsiteX7" fmla="*/ 89315 w 148619"/>
                <a:gd name="connsiteY7" fmla="*/ 173729 h 17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619" h="172723">
                  <a:moveTo>
                    <a:pt x="51354" y="173729"/>
                  </a:moveTo>
                  <a:lnTo>
                    <a:pt x="51354" y="32640"/>
                  </a:lnTo>
                  <a:lnTo>
                    <a:pt x="-4006" y="32640"/>
                  </a:lnTo>
                  <a:lnTo>
                    <a:pt x="-4006" y="1006"/>
                  </a:lnTo>
                  <a:lnTo>
                    <a:pt x="144614" y="1006"/>
                  </a:lnTo>
                  <a:lnTo>
                    <a:pt x="144614" y="32640"/>
                  </a:lnTo>
                  <a:lnTo>
                    <a:pt x="89315" y="32640"/>
                  </a:lnTo>
                  <a:lnTo>
                    <a:pt x="89315" y="173729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82D171F9-978C-CD75-5C26-2D0F6AD77554}"/>
                </a:ext>
              </a:extLst>
            </p:cNvPr>
            <p:cNvSpPr/>
            <p:nvPr/>
          </p:nvSpPr>
          <p:spPr>
            <a:xfrm>
              <a:off x="2926544" y="6390958"/>
              <a:ext cx="37454" cy="172533"/>
            </a:xfrm>
            <a:custGeom>
              <a:avLst/>
              <a:gdLst>
                <a:gd name="connsiteX0" fmla="*/ -4006 w 37454"/>
                <a:gd name="connsiteY0" fmla="*/ 173223 h 172533"/>
                <a:gd name="connsiteX1" fmla="*/ -4006 w 37454"/>
                <a:gd name="connsiteY1" fmla="*/ 1006 h 172533"/>
                <a:gd name="connsiteX2" fmla="*/ 33448 w 37454"/>
                <a:gd name="connsiteY2" fmla="*/ 1006 h 172533"/>
                <a:gd name="connsiteX3" fmla="*/ 33448 w 37454"/>
                <a:gd name="connsiteY3" fmla="*/ 173540 h 17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54" h="172533">
                  <a:moveTo>
                    <a:pt x="-4006" y="173223"/>
                  </a:moveTo>
                  <a:lnTo>
                    <a:pt x="-4006" y="1006"/>
                  </a:lnTo>
                  <a:lnTo>
                    <a:pt x="33448" y="1006"/>
                  </a:lnTo>
                  <a:lnTo>
                    <a:pt x="33448" y="173540"/>
                  </a:lnTo>
                  <a:close/>
                </a:path>
              </a:pathLst>
            </a:custGeom>
            <a:solidFill>
              <a:schemeClr val="bg1"/>
            </a:solidFill>
            <a:ln w="6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088C610-5899-D8C3-788E-076E937A91D8}"/>
              </a:ext>
            </a:extLst>
          </p:cNvPr>
          <p:cNvSpPr txBox="1"/>
          <p:nvPr/>
        </p:nvSpPr>
        <p:spPr>
          <a:xfrm>
            <a:off x="10371874" y="6276900"/>
            <a:ext cx="1279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chivo" pitchFamily="2" charset="0"/>
                <a:cs typeface="Archivo" pitchFamily="2" charset="0"/>
              </a:rPr>
              <a:t>13ª Edição</a:t>
            </a:r>
            <a:endParaRPr lang="en-US" dirty="0">
              <a:solidFill>
                <a:schemeClr val="bg1"/>
              </a:solidFill>
              <a:latin typeface="Archivo" pitchFamily="2" charset="0"/>
              <a:cs typeface="Archivo" pitchFamily="2" charset="0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EF4F6A56-B059-0746-F241-7E3755CCC0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8344" y="3146677"/>
            <a:ext cx="2304093" cy="2304093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1F5B8EA-0BAD-EF30-F6DC-ED24ABF10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9138" y="1414383"/>
            <a:ext cx="1781143" cy="17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85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53DFEEE-D428-4BBA-84C4-2C6E4CE986C3}"/>
              </a:ext>
            </a:extLst>
          </p:cNvPr>
          <p:cNvSpPr/>
          <p:nvPr/>
        </p:nvSpPr>
        <p:spPr>
          <a:xfrm>
            <a:off x="3993266" y="0"/>
            <a:ext cx="8198734" cy="6858000"/>
          </a:xfrm>
          <a:prstGeom prst="rect">
            <a:avLst/>
          </a:prstGeom>
          <a:solidFill>
            <a:srgbClr val="2B5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D1AC6B-80DD-4CD3-8A3B-341906D5C669}"/>
              </a:ext>
            </a:extLst>
          </p:cNvPr>
          <p:cNvSpPr/>
          <p:nvPr/>
        </p:nvSpPr>
        <p:spPr>
          <a:xfrm>
            <a:off x="0" y="0"/>
            <a:ext cx="4525701" cy="6858000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6B35E92-1B53-45EA-8124-8061863BE7C5}"/>
              </a:ext>
            </a:extLst>
          </p:cNvPr>
          <p:cNvSpPr txBox="1"/>
          <p:nvPr/>
        </p:nvSpPr>
        <p:spPr>
          <a:xfrm>
            <a:off x="701719" y="2307524"/>
            <a:ext cx="32915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Archivo Black" pitchFamily="2" charset="0"/>
                <a:cs typeface="Archivo Black" pitchFamily="2" charset="0"/>
              </a:rPr>
              <a:t>Exemplos</a:t>
            </a:r>
            <a:br>
              <a:rPr lang="pt-BR" sz="3200" dirty="0">
                <a:solidFill>
                  <a:schemeClr val="bg1"/>
                </a:solidFill>
                <a:latin typeface="Archivo Black" pitchFamily="2" charset="0"/>
                <a:cs typeface="Archivo Black" pitchFamily="2" charset="0"/>
              </a:rPr>
            </a:br>
            <a:r>
              <a:rPr lang="pt-BR" sz="3200" dirty="0">
                <a:solidFill>
                  <a:schemeClr val="bg1"/>
                </a:solidFill>
                <a:latin typeface="Archivo Black" pitchFamily="2" charset="0"/>
                <a:cs typeface="Archivo Black" pitchFamily="2" charset="0"/>
              </a:rPr>
              <a:t>práticos</a:t>
            </a:r>
            <a:endParaRPr lang="en-US" sz="3200" dirty="0">
              <a:solidFill>
                <a:schemeClr val="bg1"/>
              </a:solidFill>
              <a:latin typeface="Archivo Black" pitchFamily="2" charset="0"/>
              <a:cs typeface="Archivo Black" pitchFamily="2" charset="0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BB259F35-DA1B-406D-97E7-FF7EEE89FBD0}"/>
              </a:ext>
            </a:extLst>
          </p:cNvPr>
          <p:cNvGrpSpPr/>
          <p:nvPr/>
        </p:nvGrpSpPr>
        <p:grpSpPr>
          <a:xfrm>
            <a:off x="0" y="6065134"/>
            <a:ext cx="12192000" cy="792866"/>
            <a:chOff x="0" y="6065134"/>
            <a:chExt cx="12192000" cy="792866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A1A84326-E58D-4666-BA57-5659343804D9}"/>
                </a:ext>
              </a:extLst>
            </p:cNvPr>
            <p:cNvSpPr/>
            <p:nvPr/>
          </p:nvSpPr>
          <p:spPr>
            <a:xfrm>
              <a:off x="0" y="6065134"/>
              <a:ext cx="12192000" cy="7928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Gráfico 34">
              <a:extLst>
                <a:ext uri="{FF2B5EF4-FFF2-40B4-BE49-F238E27FC236}">
                  <a16:creationId xmlns:a16="http://schemas.microsoft.com/office/drawing/2014/main" id="{3732451F-B59D-40DB-8A78-16206AF587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1084" y="6290741"/>
              <a:ext cx="2315636" cy="341651"/>
            </a:xfrm>
            <a:prstGeom prst="rect">
              <a:avLst/>
            </a:prstGeom>
          </p:spPr>
        </p:pic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E9350176-E6F6-4913-AFAE-1A96424F9BCC}"/>
                </a:ext>
              </a:extLst>
            </p:cNvPr>
            <p:cNvSpPr txBox="1"/>
            <p:nvPr/>
          </p:nvSpPr>
          <p:spPr>
            <a:xfrm>
              <a:off x="10371874" y="6276900"/>
              <a:ext cx="1396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50000"/>
                    </a:schemeClr>
                  </a:solidFill>
                  <a:latin typeface="Archivo" pitchFamily="2" charset="0"/>
                  <a:cs typeface="Archivo" pitchFamily="2" charset="0"/>
                </a:rPr>
                <a:t>13ª Edição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Archivo" pitchFamily="2" charset="0"/>
                <a:cs typeface="Archivo" pitchFamily="2" charset="0"/>
              </a:endParaRPr>
            </a:p>
          </p:txBody>
        </p:sp>
      </p:grp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1AFB8700-2264-D6B8-EFFF-B5A4490980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65201" y="2746668"/>
            <a:ext cx="2304093" cy="2304093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7F0400D5-9600-791A-5F96-91D9F84A1F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5995" y="1014374"/>
            <a:ext cx="1781143" cy="17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4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01E767AE-B6DA-48DA-982B-D6BE88D5A09D}"/>
              </a:ext>
            </a:extLst>
          </p:cNvPr>
          <p:cNvSpPr/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153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533D888-2D0D-4572-A2D1-884507B55B83}"/>
              </a:ext>
            </a:extLst>
          </p:cNvPr>
          <p:cNvSpPr txBox="1"/>
          <p:nvPr/>
        </p:nvSpPr>
        <p:spPr>
          <a:xfrm>
            <a:off x="3024853" y="2727055"/>
            <a:ext cx="61422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latin typeface="Archivo Black" pitchFamily="2" charset="0"/>
                <a:cs typeface="Archivo Black" pitchFamily="2" charset="0"/>
              </a:rPr>
              <a:t>&lt;Obrigado</a:t>
            </a:r>
            <a:r>
              <a:rPr lang="pt-BR" sz="6600" dirty="0">
                <a:solidFill>
                  <a:srgbClr val="153895"/>
                </a:solidFill>
                <a:latin typeface="Archivo Black" pitchFamily="2" charset="0"/>
                <a:cs typeface="Archivo Black" pitchFamily="2" charset="0"/>
              </a:rPr>
              <a:t>!</a:t>
            </a:r>
            <a:r>
              <a:rPr lang="pt-BR" sz="6600" dirty="0">
                <a:solidFill>
                  <a:schemeClr val="bg1"/>
                </a:solidFill>
                <a:latin typeface="Archivo Black" pitchFamily="2" charset="0"/>
                <a:cs typeface="Archivo Black" pitchFamily="2" charset="0"/>
              </a:rPr>
              <a:t>/&gt;</a:t>
            </a:r>
            <a:endParaRPr lang="en-US" sz="6600" dirty="0">
              <a:solidFill>
                <a:schemeClr val="bg1"/>
              </a:solidFill>
              <a:latin typeface="Archivo Black" pitchFamily="2" charset="0"/>
              <a:cs typeface="Archivo Black" pitchFamily="2" charset="0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267EF1C-AE94-45F5-89BD-593B4FB6C3E5}"/>
              </a:ext>
            </a:extLst>
          </p:cNvPr>
          <p:cNvGrpSpPr/>
          <p:nvPr/>
        </p:nvGrpSpPr>
        <p:grpSpPr>
          <a:xfrm>
            <a:off x="3838937" y="3958618"/>
            <a:ext cx="4514127" cy="1155509"/>
            <a:chOff x="2511706" y="4057641"/>
            <a:chExt cx="4514127" cy="1155509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703A99E9-2741-4130-8041-117C3C1D4FE4}"/>
                </a:ext>
              </a:extLst>
            </p:cNvPr>
            <p:cNvSpPr txBox="1"/>
            <p:nvPr/>
          </p:nvSpPr>
          <p:spPr>
            <a:xfrm>
              <a:off x="2511706" y="4057641"/>
              <a:ext cx="2257063" cy="421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dirty="0">
                  <a:solidFill>
                    <a:schemeClr val="bg1"/>
                  </a:solidFill>
                  <a:latin typeface="Archivo" pitchFamily="2" charset="0"/>
                  <a:cs typeface="Archivo" pitchFamily="2" charset="0"/>
                </a:rPr>
                <a:t>✅ Renato Groffe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C25CED79-0478-41DC-A8FE-330ABF81EA96}"/>
                </a:ext>
              </a:extLst>
            </p:cNvPr>
            <p:cNvGrpSpPr/>
            <p:nvPr/>
          </p:nvGrpSpPr>
          <p:grpSpPr>
            <a:xfrm>
              <a:off x="5307474" y="4057641"/>
              <a:ext cx="1718359" cy="1155509"/>
              <a:chOff x="5307474" y="4057641"/>
              <a:chExt cx="1718359" cy="1155509"/>
            </a:xfrm>
          </p:grpSpPr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53146C2-FA07-420B-9313-68AF9F78F608}"/>
                  </a:ext>
                </a:extLst>
              </p:cNvPr>
              <p:cNvSpPr txBox="1"/>
              <p:nvPr/>
            </p:nvSpPr>
            <p:spPr>
              <a:xfrm>
                <a:off x="5497974" y="4057641"/>
                <a:ext cx="1527859" cy="1155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1600" dirty="0">
                    <a:solidFill>
                      <a:schemeClr val="bg1"/>
                    </a:solidFill>
                    <a:latin typeface="Archivo" pitchFamily="2" charset="0"/>
                    <a:cs typeface="Archivo" pitchFamily="2" charset="0"/>
                  </a:rPr>
                  <a:t>@renatogroffe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1600" dirty="0">
                    <a:solidFill>
                      <a:schemeClr val="bg1"/>
                    </a:solidFill>
                    <a:latin typeface="Archivo" pitchFamily="2" charset="0"/>
                    <a:cs typeface="Archivo" pitchFamily="2" charset="0"/>
                  </a:rPr>
                  <a:t>@renatogroffe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1600" dirty="0">
                    <a:solidFill>
                      <a:schemeClr val="bg1"/>
                    </a:solidFill>
                    <a:latin typeface="Archivo" pitchFamily="2" charset="0"/>
                    <a:cs typeface="Archivo" pitchFamily="2" charset="0"/>
                  </a:rPr>
                  <a:t>@renatogroffe</a:t>
                </a:r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C6A10B0A-9E9B-4944-94AA-F700774969BE}"/>
                  </a:ext>
                </a:extLst>
              </p:cNvPr>
              <p:cNvSpPr/>
              <p:nvPr/>
            </p:nvSpPr>
            <p:spPr>
              <a:xfrm>
                <a:off x="5316999" y="4602442"/>
                <a:ext cx="171450" cy="171450"/>
              </a:xfrm>
              <a:custGeom>
                <a:avLst/>
                <a:gdLst>
                  <a:gd name="connsiteX0" fmla="*/ 146066 w 171450"/>
                  <a:gd name="connsiteY0" fmla="*/ 146104 h 171450"/>
                  <a:gd name="connsiteX1" fmla="*/ 120682 w 171450"/>
                  <a:gd name="connsiteY1" fmla="*/ 146104 h 171450"/>
                  <a:gd name="connsiteX2" fmla="*/ 120682 w 171450"/>
                  <a:gd name="connsiteY2" fmla="*/ 106318 h 171450"/>
                  <a:gd name="connsiteX3" fmla="*/ 107442 w 171450"/>
                  <a:gd name="connsiteY3" fmla="*/ 84620 h 171450"/>
                  <a:gd name="connsiteX4" fmla="*/ 92192 w 171450"/>
                  <a:gd name="connsiteY4" fmla="*/ 105623 h 171450"/>
                  <a:gd name="connsiteX5" fmla="*/ 92192 w 171450"/>
                  <a:gd name="connsiteY5" fmla="*/ 146104 h 171450"/>
                  <a:gd name="connsiteX6" fmla="*/ 66799 w 171450"/>
                  <a:gd name="connsiteY6" fmla="*/ 146104 h 171450"/>
                  <a:gd name="connsiteX7" fmla="*/ 66799 w 171450"/>
                  <a:gd name="connsiteY7" fmla="*/ 64294 h 171450"/>
                  <a:gd name="connsiteX8" fmla="*/ 91183 w 171450"/>
                  <a:gd name="connsiteY8" fmla="*/ 64294 h 171450"/>
                  <a:gd name="connsiteX9" fmla="*/ 91183 w 171450"/>
                  <a:gd name="connsiteY9" fmla="*/ 75438 h 171450"/>
                  <a:gd name="connsiteX10" fmla="*/ 91516 w 171450"/>
                  <a:gd name="connsiteY10" fmla="*/ 75438 h 171450"/>
                  <a:gd name="connsiteX11" fmla="*/ 115595 w 171450"/>
                  <a:gd name="connsiteY11" fmla="*/ 62227 h 171450"/>
                  <a:gd name="connsiteX12" fmla="*/ 146075 w 171450"/>
                  <a:gd name="connsiteY12" fmla="*/ 101194 h 171450"/>
                  <a:gd name="connsiteX13" fmla="*/ 146075 w 171450"/>
                  <a:gd name="connsiteY13" fmla="*/ 146104 h 171450"/>
                  <a:gd name="connsiteX14" fmla="*/ 38129 w 171450"/>
                  <a:gd name="connsiteY14" fmla="*/ 53102 h 171450"/>
                  <a:gd name="connsiteX15" fmla="*/ 23384 w 171450"/>
                  <a:gd name="connsiteY15" fmla="*/ 38395 h 171450"/>
                  <a:gd name="connsiteX16" fmla="*/ 23384 w 171450"/>
                  <a:gd name="connsiteY16" fmla="*/ 38348 h 171450"/>
                  <a:gd name="connsiteX17" fmla="*/ 38138 w 171450"/>
                  <a:gd name="connsiteY17" fmla="*/ 23612 h 171450"/>
                  <a:gd name="connsiteX18" fmla="*/ 52873 w 171450"/>
                  <a:gd name="connsiteY18" fmla="*/ 38367 h 171450"/>
                  <a:gd name="connsiteX19" fmla="*/ 38119 w 171450"/>
                  <a:gd name="connsiteY19" fmla="*/ 53102 h 171450"/>
                  <a:gd name="connsiteX20" fmla="*/ 50854 w 171450"/>
                  <a:gd name="connsiteY20" fmla="*/ 146104 h 171450"/>
                  <a:gd name="connsiteX21" fmla="*/ 25394 w 171450"/>
                  <a:gd name="connsiteY21" fmla="*/ 146104 h 171450"/>
                  <a:gd name="connsiteX22" fmla="*/ 25394 w 171450"/>
                  <a:gd name="connsiteY22" fmla="*/ 64294 h 171450"/>
                  <a:gd name="connsiteX23" fmla="*/ 50864 w 171450"/>
                  <a:gd name="connsiteY23" fmla="*/ 64294 h 171450"/>
                  <a:gd name="connsiteX24" fmla="*/ 50864 w 171450"/>
                  <a:gd name="connsiteY24" fmla="*/ 146104 h 171450"/>
                  <a:gd name="connsiteX25" fmla="*/ 158782 w 171450"/>
                  <a:gd name="connsiteY25" fmla="*/ 0 h 171450"/>
                  <a:gd name="connsiteX26" fmla="*/ 12659 w 171450"/>
                  <a:gd name="connsiteY26" fmla="*/ 0 h 171450"/>
                  <a:gd name="connsiteX27" fmla="*/ 0 w 171450"/>
                  <a:gd name="connsiteY27" fmla="*/ 12354 h 171450"/>
                  <a:gd name="connsiteX28" fmla="*/ 0 w 171450"/>
                  <a:gd name="connsiteY28" fmla="*/ 159096 h 171450"/>
                  <a:gd name="connsiteX29" fmla="*/ 12649 w 171450"/>
                  <a:gd name="connsiteY29" fmla="*/ 171450 h 171450"/>
                  <a:gd name="connsiteX30" fmla="*/ 158744 w 171450"/>
                  <a:gd name="connsiteY30" fmla="*/ 171450 h 171450"/>
                  <a:gd name="connsiteX31" fmla="*/ 171450 w 171450"/>
                  <a:gd name="connsiteY31" fmla="*/ 159096 h 171450"/>
                  <a:gd name="connsiteX32" fmla="*/ 171450 w 171450"/>
                  <a:gd name="connsiteY32" fmla="*/ 12354 h 171450"/>
                  <a:gd name="connsiteX33" fmla="*/ 158744 w 171450"/>
                  <a:gd name="connsiteY33" fmla="*/ 0 h 171450"/>
                  <a:gd name="connsiteX34" fmla="*/ 158772 w 171450"/>
                  <a:gd name="connsiteY34" fmla="*/ 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71450" h="171450">
                    <a:moveTo>
                      <a:pt x="146066" y="146104"/>
                    </a:moveTo>
                    <a:lnTo>
                      <a:pt x="120682" y="146104"/>
                    </a:lnTo>
                    <a:lnTo>
                      <a:pt x="120682" y="106318"/>
                    </a:lnTo>
                    <a:cubicBezTo>
                      <a:pt x="120682" y="96831"/>
                      <a:pt x="120491" y="84620"/>
                      <a:pt x="107442" y="84620"/>
                    </a:cubicBezTo>
                    <a:cubicBezTo>
                      <a:pt x="94212" y="84620"/>
                      <a:pt x="92192" y="94945"/>
                      <a:pt x="92192" y="105623"/>
                    </a:cubicBezTo>
                    <a:lnTo>
                      <a:pt x="92192" y="146104"/>
                    </a:lnTo>
                    <a:lnTo>
                      <a:pt x="66799" y="146104"/>
                    </a:lnTo>
                    <a:lnTo>
                      <a:pt x="66799" y="64294"/>
                    </a:lnTo>
                    <a:lnTo>
                      <a:pt x="91183" y="64294"/>
                    </a:lnTo>
                    <a:lnTo>
                      <a:pt x="91183" y="75438"/>
                    </a:lnTo>
                    <a:lnTo>
                      <a:pt x="91516" y="75438"/>
                    </a:lnTo>
                    <a:cubicBezTo>
                      <a:pt x="94926" y="69018"/>
                      <a:pt x="103213" y="62227"/>
                      <a:pt x="115595" y="62227"/>
                    </a:cubicBezTo>
                    <a:cubicBezTo>
                      <a:pt x="141313" y="62227"/>
                      <a:pt x="146075" y="79162"/>
                      <a:pt x="146075" y="101194"/>
                    </a:cubicBezTo>
                    <a:lnTo>
                      <a:pt x="146075" y="146104"/>
                    </a:lnTo>
                    <a:close/>
                    <a:moveTo>
                      <a:pt x="38129" y="53102"/>
                    </a:moveTo>
                    <a:cubicBezTo>
                      <a:pt x="29996" y="53112"/>
                      <a:pt x="23394" y="46528"/>
                      <a:pt x="23384" y="38395"/>
                    </a:cubicBezTo>
                    <a:cubicBezTo>
                      <a:pt x="23384" y="38379"/>
                      <a:pt x="23384" y="38364"/>
                      <a:pt x="23384" y="38348"/>
                    </a:cubicBezTo>
                    <a:cubicBezTo>
                      <a:pt x="23389" y="30204"/>
                      <a:pt x="29995" y="23607"/>
                      <a:pt x="38138" y="23612"/>
                    </a:cubicBezTo>
                    <a:cubicBezTo>
                      <a:pt x="46281" y="23618"/>
                      <a:pt x="52879" y="30223"/>
                      <a:pt x="52873" y="38367"/>
                    </a:cubicBezTo>
                    <a:cubicBezTo>
                      <a:pt x="52868" y="46510"/>
                      <a:pt x="46262" y="53107"/>
                      <a:pt x="38119" y="53102"/>
                    </a:cubicBezTo>
                    <a:close/>
                    <a:moveTo>
                      <a:pt x="50854" y="146104"/>
                    </a:moveTo>
                    <a:lnTo>
                      <a:pt x="25394" y="146104"/>
                    </a:lnTo>
                    <a:lnTo>
                      <a:pt x="25394" y="64294"/>
                    </a:lnTo>
                    <a:lnTo>
                      <a:pt x="50864" y="64294"/>
                    </a:lnTo>
                    <a:lnTo>
                      <a:pt x="50864" y="146104"/>
                    </a:lnTo>
                    <a:close/>
                    <a:moveTo>
                      <a:pt x="158782" y="0"/>
                    </a:moveTo>
                    <a:lnTo>
                      <a:pt x="12659" y="0"/>
                    </a:lnTo>
                    <a:cubicBezTo>
                      <a:pt x="5648" y="0"/>
                      <a:pt x="0" y="5524"/>
                      <a:pt x="0" y="12354"/>
                    </a:cubicBezTo>
                    <a:lnTo>
                      <a:pt x="0" y="159096"/>
                    </a:lnTo>
                    <a:cubicBezTo>
                      <a:pt x="0" y="165926"/>
                      <a:pt x="5658" y="171450"/>
                      <a:pt x="12649" y="171450"/>
                    </a:cubicBezTo>
                    <a:lnTo>
                      <a:pt x="158744" y="171450"/>
                    </a:lnTo>
                    <a:cubicBezTo>
                      <a:pt x="165735" y="171450"/>
                      <a:pt x="171450" y="165926"/>
                      <a:pt x="171450" y="159096"/>
                    </a:cubicBezTo>
                    <a:lnTo>
                      <a:pt x="171450" y="12354"/>
                    </a:lnTo>
                    <a:cubicBezTo>
                      <a:pt x="171450" y="5524"/>
                      <a:pt x="165735" y="0"/>
                      <a:pt x="158744" y="0"/>
                    </a:cubicBezTo>
                    <a:lnTo>
                      <a:pt x="158772" y="0"/>
                    </a:lnTo>
                    <a:close/>
                  </a:path>
                </a:pathLst>
              </a:custGeom>
              <a:solidFill>
                <a:srgbClr val="1538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8CC9080-FFF8-4B56-B2DC-E4FDAF0E5383}"/>
                  </a:ext>
                </a:extLst>
              </p:cNvPr>
              <p:cNvSpPr/>
              <p:nvPr/>
            </p:nvSpPr>
            <p:spPr>
              <a:xfrm>
                <a:off x="5307474" y="4224905"/>
                <a:ext cx="190500" cy="190500"/>
              </a:xfrm>
              <a:custGeom>
                <a:avLst/>
                <a:gdLst>
                  <a:gd name="connsiteX0" fmla="*/ 95250 w 190500"/>
                  <a:gd name="connsiteY0" fmla="*/ 0 h 190500"/>
                  <a:gd name="connsiteX1" fmla="*/ 134512 w 190500"/>
                  <a:gd name="connsiteY1" fmla="*/ 571 h 190500"/>
                  <a:gd name="connsiteX2" fmla="*/ 157639 w 190500"/>
                  <a:gd name="connsiteY2" fmla="*/ 5001 h 190500"/>
                  <a:gd name="connsiteX3" fmla="*/ 174517 w 190500"/>
                  <a:gd name="connsiteY3" fmla="*/ 15983 h 190500"/>
                  <a:gd name="connsiteX4" fmla="*/ 185499 w 190500"/>
                  <a:gd name="connsiteY4" fmla="*/ 32861 h 190500"/>
                  <a:gd name="connsiteX5" fmla="*/ 189929 w 190500"/>
                  <a:gd name="connsiteY5" fmla="*/ 55988 h 190500"/>
                  <a:gd name="connsiteX6" fmla="*/ 190500 w 190500"/>
                  <a:gd name="connsiteY6" fmla="*/ 95250 h 190500"/>
                  <a:gd name="connsiteX7" fmla="*/ 189929 w 190500"/>
                  <a:gd name="connsiteY7" fmla="*/ 134512 h 190500"/>
                  <a:gd name="connsiteX8" fmla="*/ 185499 w 190500"/>
                  <a:gd name="connsiteY8" fmla="*/ 157639 h 190500"/>
                  <a:gd name="connsiteX9" fmla="*/ 174517 w 190500"/>
                  <a:gd name="connsiteY9" fmla="*/ 174517 h 190500"/>
                  <a:gd name="connsiteX10" fmla="*/ 157639 w 190500"/>
                  <a:gd name="connsiteY10" fmla="*/ 185499 h 190500"/>
                  <a:gd name="connsiteX11" fmla="*/ 134512 w 190500"/>
                  <a:gd name="connsiteY11" fmla="*/ 189929 h 190500"/>
                  <a:gd name="connsiteX12" fmla="*/ 95250 w 190500"/>
                  <a:gd name="connsiteY12" fmla="*/ 190500 h 190500"/>
                  <a:gd name="connsiteX13" fmla="*/ 55988 w 190500"/>
                  <a:gd name="connsiteY13" fmla="*/ 189929 h 190500"/>
                  <a:gd name="connsiteX14" fmla="*/ 32861 w 190500"/>
                  <a:gd name="connsiteY14" fmla="*/ 185499 h 190500"/>
                  <a:gd name="connsiteX15" fmla="*/ 15983 w 190500"/>
                  <a:gd name="connsiteY15" fmla="*/ 174517 h 190500"/>
                  <a:gd name="connsiteX16" fmla="*/ 5001 w 190500"/>
                  <a:gd name="connsiteY16" fmla="*/ 157639 h 190500"/>
                  <a:gd name="connsiteX17" fmla="*/ 571 w 190500"/>
                  <a:gd name="connsiteY17" fmla="*/ 134512 h 190500"/>
                  <a:gd name="connsiteX18" fmla="*/ 0 w 190500"/>
                  <a:gd name="connsiteY18" fmla="*/ 95250 h 190500"/>
                  <a:gd name="connsiteX19" fmla="*/ 571 w 190500"/>
                  <a:gd name="connsiteY19" fmla="*/ 55988 h 190500"/>
                  <a:gd name="connsiteX20" fmla="*/ 5001 w 190500"/>
                  <a:gd name="connsiteY20" fmla="*/ 32861 h 190500"/>
                  <a:gd name="connsiteX21" fmla="*/ 15983 w 190500"/>
                  <a:gd name="connsiteY21" fmla="*/ 15983 h 190500"/>
                  <a:gd name="connsiteX22" fmla="*/ 32861 w 190500"/>
                  <a:gd name="connsiteY22" fmla="*/ 5001 h 190500"/>
                  <a:gd name="connsiteX23" fmla="*/ 55988 w 190500"/>
                  <a:gd name="connsiteY23" fmla="*/ 571 h 190500"/>
                  <a:gd name="connsiteX24" fmla="*/ 95250 w 190500"/>
                  <a:gd name="connsiteY24" fmla="*/ 0 h 190500"/>
                  <a:gd name="connsiteX25" fmla="*/ 95250 w 190500"/>
                  <a:gd name="connsiteY25" fmla="*/ 47625 h 190500"/>
                  <a:gd name="connsiteX26" fmla="*/ 47625 w 190500"/>
                  <a:gd name="connsiteY26" fmla="*/ 95250 h 190500"/>
                  <a:gd name="connsiteX27" fmla="*/ 95250 w 190500"/>
                  <a:gd name="connsiteY27" fmla="*/ 142875 h 190500"/>
                  <a:gd name="connsiteX28" fmla="*/ 142875 w 190500"/>
                  <a:gd name="connsiteY28" fmla="*/ 95250 h 190500"/>
                  <a:gd name="connsiteX29" fmla="*/ 95250 w 190500"/>
                  <a:gd name="connsiteY29" fmla="*/ 47625 h 190500"/>
                  <a:gd name="connsiteX30" fmla="*/ 157163 w 190500"/>
                  <a:gd name="connsiteY30" fmla="*/ 45244 h 190500"/>
                  <a:gd name="connsiteX31" fmla="*/ 145256 w 190500"/>
                  <a:gd name="connsiteY31" fmla="*/ 33338 h 190500"/>
                  <a:gd name="connsiteX32" fmla="*/ 133350 w 190500"/>
                  <a:gd name="connsiteY32" fmla="*/ 45244 h 190500"/>
                  <a:gd name="connsiteX33" fmla="*/ 145256 w 190500"/>
                  <a:gd name="connsiteY33" fmla="*/ 57150 h 190500"/>
                  <a:gd name="connsiteX34" fmla="*/ 157163 w 190500"/>
                  <a:gd name="connsiteY34" fmla="*/ 45244 h 190500"/>
                  <a:gd name="connsiteX35" fmla="*/ 95250 w 190500"/>
                  <a:gd name="connsiteY35" fmla="*/ 66675 h 190500"/>
                  <a:gd name="connsiteX36" fmla="*/ 123825 w 190500"/>
                  <a:gd name="connsiteY36" fmla="*/ 95250 h 190500"/>
                  <a:gd name="connsiteX37" fmla="*/ 95250 w 190500"/>
                  <a:gd name="connsiteY37" fmla="*/ 123825 h 190500"/>
                  <a:gd name="connsiteX38" fmla="*/ 66675 w 190500"/>
                  <a:gd name="connsiteY38" fmla="*/ 95250 h 190500"/>
                  <a:gd name="connsiteX39" fmla="*/ 95250 w 190500"/>
                  <a:gd name="connsiteY39" fmla="*/ 66675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21129" y="0"/>
                      <a:pt x="124358" y="95"/>
                      <a:pt x="134512" y="571"/>
                    </a:cubicBezTo>
                    <a:cubicBezTo>
                      <a:pt x="144656" y="1048"/>
                      <a:pt x="151562" y="2638"/>
                      <a:pt x="157639" y="5001"/>
                    </a:cubicBezTo>
                    <a:cubicBezTo>
                      <a:pt x="163925" y="7420"/>
                      <a:pt x="169221" y="10697"/>
                      <a:pt x="174517" y="15983"/>
                    </a:cubicBezTo>
                    <a:cubicBezTo>
                      <a:pt x="179361" y="20744"/>
                      <a:pt x="183109" y="26504"/>
                      <a:pt x="185499" y="32861"/>
                    </a:cubicBezTo>
                    <a:cubicBezTo>
                      <a:pt x="187852" y="38929"/>
                      <a:pt x="189452" y="45844"/>
                      <a:pt x="189929" y="55988"/>
                    </a:cubicBezTo>
                    <a:cubicBezTo>
                      <a:pt x="190376" y="66142"/>
                      <a:pt x="190500" y="69371"/>
                      <a:pt x="190500" y="95250"/>
                    </a:cubicBezTo>
                    <a:cubicBezTo>
                      <a:pt x="190500" y="121129"/>
                      <a:pt x="190405" y="124358"/>
                      <a:pt x="189929" y="134512"/>
                    </a:cubicBezTo>
                    <a:cubicBezTo>
                      <a:pt x="189452" y="144656"/>
                      <a:pt x="187852" y="151562"/>
                      <a:pt x="185499" y="157639"/>
                    </a:cubicBezTo>
                    <a:cubicBezTo>
                      <a:pt x="183115" y="164000"/>
                      <a:pt x="179366" y="169760"/>
                      <a:pt x="174517" y="174517"/>
                    </a:cubicBezTo>
                    <a:cubicBezTo>
                      <a:pt x="169755" y="179359"/>
                      <a:pt x="163995" y="183107"/>
                      <a:pt x="157639" y="185499"/>
                    </a:cubicBezTo>
                    <a:cubicBezTo>
                      <a:pt x="151571" y="187852"/>
                      <a:pt x="144656" y="189452"/>
                      <a:pt x="134512" y="189929"/>
                    </a:cubicBezTo>
                    <a:cubicBezTo>
                      <a:pt x="124358" y="190376"/>
                      <a:pt x="121129" y="190500"/>
                      <a:pt x="95250" y="190500"/>
                    </a:cubicBezTo>
                    <a:cubicBezTo>
                      <a:pt x="69371" y="190500"/>
                      <a:pt x="66142" y="190405"/>
                      <a:pt x="55988" y="189929"/>
                    </a:cubicBezTo>
                    <a:cubicBezTo>
                      <a:pt x="45844" y="189452"/>
                      <a:pt x="38938" y="187852"/>
                      <a:pt x="32861" y="185499"/>
                    </a:cubicBezTo>
                    <a:cubicBezTo>
                      <a:pt x="26502" y="183113"/>
                      <a:pt x="20741" y="179364"/>
                      <a:pt x="15983" y="174517"/>
                    </a:cubicBezTo>
                    <a:cubicBezTo>
                      <a:pt x="11139" y="169756"/>
                      <a:pt x="7391" y="163997"/>
                      <a:pt x="5001" y="157639"/>
                    </a:cubicBezTo>
                    <a:cubicBezTo>
                      <a:pt x="2638" y="151571"/>
                      <a:pt x="1048" y="144656"/>
                      <a:pt x="571" y="134512"/>
                    </a:cubicBezTo>
                    <a:cubicBezTo>
                      <a:pt x="124" y="124358"/>
                      <a:pt x="0" y="121129"/>
                      <a:pt x="0" y="95250"/>
                    </a:cubicBezTo>
                    <a:cubicBezTo>
                      <a:pt x="0" y="69371"/>
                      <a:pt x="95" y="66142"/>
                      <a:pt x="571" y="55988"/>
                    </a:cubicBezTo>
                    <a:cubicBezTo>
                      <a:pt x="1048" y="45834"/>
                      <a:pt x="2638" y="38938"/>
                      <a:pt x="5001" y="32861"/>
                    </a:cubicBezTo>
                    <a:cubicBezTo>
                      <a:pt x="7384" y="26500"/>
                      <a:pt x="11133" y="20739"/>
                      <a:pt x="15983" y="15983"/>
                    </a:cubicBezTo>
                    <a:cubicBezTo>
                      <a:pt x="20742" y="11137"/>
                      <a:pt x="26503" y="7389"/>
                      <a:pt x="32861" y="5001"/>
                    </a:cubicBezTo>
                    <a:cubicBezTo>
                      <a:pt x="38938" y="2638"/>
                      <a:pt x="45834" y="1048"/>
                      <a:pt x="55988" y="571"/>
                    </a:cubicBezTo>
                    <a:cubicBezTo>
                      <a:pt x="66142" y="124"/>
                      <a:pt x="69371" y="0"/>
                      <a:pt x="95250" y="0"/>
                    </a:cubicBezTo>
                    <a:close/>
                    <a:moveTo>
                      <a:pt x="95250" y="47625"/>
                    </a:moveTo>
                    <a:cubicBezTo>
                      <a:pt x="68947" y="47625"/>
                      <a:pt x="47625" y="68947"/>
                      <a:pt x="47625" y="95250"/>
                    </a:cubicBezTo>
                    <a:cubicBezTo>
                      <a:pt x="47625" y="121552"/>
                      <a:pt x="68947" y="142875"/>
                      <a:pt x="95250" y="142875"/>
                    </a:cubicBezTo>
                    <a:cubicBezTo>
                      <a:pt x="121552" y="142875"/>
                      <a:pt x="142875" y="121552"/>
                      <a:pt x="142875" y="95250"/>
                    </a:cubicBezTo>
                    <a:cubicBezTo>
                      <a:pt x="142875" y="68947"/>
                      <a:pt x="121552" y="47625"/>
                      <a:pt x="95250" y="47625"/>
                    </a:cubicBezTo>
                    <a:close/>
                    <a:moveTo>
                      <a:pt x="157163" y="45244"/>
                    </a:moveTo>
                    <a:cubicBezTo>
                      <a:pt x="157163" y="38668"/>
                      <a:pt x="151832" y="33338"/>
                      <a:pt x="145256" y="33338"/>
                    </a:cubicBezTo>
                    <a:cubicBezTo>
                      <a:pt x="138680" y="33338"/>
                      <a:pt x="133350" y="38668"/>
                      <a:pt x="133350" y="45244"/>
                    </a:cubicBezTo>
                    <a:cubicBezTo>
                      <a:pt x="133350" y="51819"/>
                      <a:pt x="138680" y="57150"/>
                      <a:pt x="145256" y="57150"/>
                    </a:cubicBezTo>
                    <a:cubicBezTo>
                      <a:pt x="151832" y="57150"/>
                      <a:pt x="157163" y="51819"/>
                      <a:pt x="157163" y="45244"/>
                    </a:cubicBezTo>
                    <a:close/>
                    <a:moveTo>
                      <a:pt x="95250" y="66675"/>
                    </a:moveTo>
                    <a:cubicBezTo>
                      <a:pt x="111032" y="66675"/>
                      <a:pt x="123825" y="79468"/>
                      <a:pt x="123825" y="95250"/>
                    </a:cubicBezTo>
                    <a:cubicBezTo>
                      <a:pt x="123825" y="111032"/>
                      <a:pt x="111032" y="123825"/>
                      <a:pt x="95250" y="123825"/>
                    </a:cubicBezTo>
                    <a:cubicBezTo>
                      <a:pt x="79468" y="123825"/>
                      <a:pt x="66675" y="111032"/>
                      <a:pt x="66675" y="95250"/>
                    </a:cubicBezTo>
                    <a:cubicBezTo>
                      <a:pt x="66675" y="79468"/>
                      <a:pt x="79468" y="66675"/>
                      <a:pt x="95250" y="66675"/>
                    </a:cubicBezTo>
                    <a:close/>
                  </a:path>
                </a:pathLst>
              </a:custGeom>
              <a:solidFill>
                <a:srgbClr val="1538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850313B-C6E7-4C1A-96D7-14DFF1069A0E}"/>
                  </a:ext>
                </a:extLst>
              </p:cNvPr>
              <p:cNvSpPr/>
              <p:nvPr/>
            </p:nvSpPr>
            <p:spPr>
              <a:xfrm>
                <a:off x="5307474" y="4963669"/>
                <a:ext cx="190500" cy="189347"/>
              </a:xfrm>
              <a:custGeom>
                <a:avLst/>
                <a:gdLst>
                  <a:gd name="connsiteX0" fmla="*/ 95250 w 190500"/>
                  <a:gd name="connsiteY0" fmla="*/ 0 h 189347"/>
                  <a:gd name="connsiteX1" fmla="*/ 0 w 190500"/>
                  <a:gd name="connsiteY1" fmla="*/ 95250 h 189347"/>
                  <a:gd name="connsiteX2" fmla="*/ 80372 w 190500"/>
                  <a:gd name="connsiteY2" fmla="*/ 189347 h 189347"/>
                  <a:gd name="connsiteX3" fmla="*/ 80372 w 190500"/>
                  <a:gd name="connsiteY3" fmla="*/ 122777 h 189347"/>
                  <a:gd name="connsiteX4" fmla="*/ 56178 w 190500"/>
                  <a:gd name="connsiteY4" fmla="*/ 122777 h 189347"/>
                  <a:gd name="connsiteX5" fmla="*/ 56178 w 190500"/>
                  <a:gd name="connsiteY5" fmla="*/ 95250 h 189347"/>
                  <a:gd name="connsiteX6" fmla="*/ 80372 w 190500"/>
                  <a:gd name="connsiteY6" fmla="*/ 95250 h 189347"/>
                  <a:gd name="connsiteX7" fmla="*/ 80372 w 190500"/>
                  <a:gd name="connsiteY7" fmla="*/ 74266 h 189347"/>
                  <a:gd name="connsiteX8" fmla="*/ 116348 w 190500"/>
                  <a:gd name="connsiteY8" fmla="*/ 37214 h 189347"/>
                  <a:gd name="connsiteX9" fmla="*/ 137665 w 190500"/>
                  <a:gd name="connsiteY9" fmla="*/ 39072 h 189347"/>
                  <a:gd name="connsiteX10" fmla="*/ 137665 w 190500"/>
                  <a:gd name="connsiteY10" fmla="*/ 62503 h 189347"/>
                  <a:gd name="connsiteX11" fmla="*/ 125663 w 190500"/>
                  <a:gd name="connsiteY11" fmla="*/ 62503 h 189347"/>
                  <a:gd name="connsiteX12" fmla="*/ 110138 w 190500"/>
                  <a:gd name="connsiteY12" fmla="*/ 77381 h 189347"/>
                  <a:gd name="connsiteX13" fmla="*/ 110138 w 190500"/>
                  <a:gd name="connsiteY13" fmla="*/ 95250 h 189347"/>
                  <a:gd name="connsiteX14" fmla="*/ 136550 w 190500"/>
                  <a:gd name="connsiteY14" fmla="*/ 95250 h 189347"/>
                  <a:gd name="connsiteX15" fmla="*/ 132331 w 190500"/>
                  <a:gd name="connsiteY15" fmla="*/ 122777 h 189347"/>
                  <a:gd name="connsiteX16" fmla="*/ 110138 w 190500"/>
                  <a:gd name="connsiteY16" fmla="*/ 122777 h 189347"/>
                  <a:gd name="connsiteX17" fmla="*/ 110138 w 190500"/>
                  <a:gd name="connsiteY17" fmla="*/ 189347 h 189347"/>
                  <a:gd name="connsiteX18" fmla="*/ 190500 w 190500"/>
                  <a:gd name="connsiteY18" fmla="*/ 95250 h 189347"/>
                  <a:gd name="connsiteX19" fmla="*/ 95250 w 190500"/>
                  <a:gd name="connsiteY19" fmla="*/ 0 h 189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90500" h="189347">
                    <a:moveTo>
                      <a:pt x="95250" y="0"/>
                    </a:moveTo>
                    <a:cubicBezTo>
                      <a:pt x="42643" y="0"/>
                      <a:pt x="0" y="42643"/>
                      <a:pt x="0" y="95250"/>
                    </a:cubicBezTo>
                    <a:cubicBezTo>
                      <a:pt x="0" y="142789"/>
                      <a:pt x="34833" y="182194"/>
                      <a:pt x="80372" y="189347"/>
                    </a:cubicBezTo>
                    <a:lnTo>
                      <a:pt x="80372" y="122777"/>
                    </a:lnTo>
                    <a:lnTo>
                      <a:pt x="56178" y="122777"/>
                    </a:lnTo>
                    <a:lnTo>
                      <a:pt x="56178" y="95250"/>
                    </a:lnTo>
                    <a:lnTo>
                      <a:pt x="80372" y="95250"/>
                    </a:lnTo>
                    <a:lnTo>
                      <a:pt x="80372" y="74266"/>
                    </a:lnTo>
                    <a:cubicBezTo>
                      <a:pt x="80372" y="50397"/>
                      <a:pt x="94583" y="37214"/>
                      <a:pt x="116348" y="37214"/>
                    </a:cubicBezTo>
                    <a:cubicBezTo>
                      <a:pt x="126768" y="37214"/>
                      <a:pt x="137665" y="39072"/>
                      <a:pt x="137665" y="39072"/>
                    </a:cubicBezTo>
                    <a:lnTo>
                      <a:pt x="137665" y="62503"/>
                    </a:lnTo>
                    <a:lnTo>
                      <a:pt x="125663" y="62503"/>
                    </a:lnTo>
                    <a:cubicBezTo>
                      <a:pt x="113824" y="62503"/>
                      <a:pt x="110138" y="69847"/>
                      <a:pt x="110138" y="77381"/>
                    </a:cubicBezTo>
                    <a:lnTo>
                      <a:pt x="110138" y="95250"/>
                    </a:lnTo>
                    <a:lnTo>
                      <a:pt x="136550" y="95250"/>
                    </a:lnTo>
                    <a:lnTo>
                      <a:pt x="132331" y="122777"/>
                    </a:lnTo>
                    <a:lnTo>
                      <a:pt x="110138" y="122777"/>
                    </a:lnTo>
                    <a:lnTo>
                      <a:pt x="110138" y="189347"/>
                    </a:lnTo>
                    <a:cubicBezTo>
                      <a:pt x="155667" y="182204"/>
                      <a:pt x="190500" y="142780"/>
                      <a:pt x="190500" y="95250"/>
                    </a:cubicBezTo>
                    <a:cubicBezTo>
                      <a:pt x="190500" y="42643"/>
                      <a:pt x="147857" y="0"/>
                      <a:pt x="95250" y="0"/>
                    </a:cubicBezTo>
                    <a:close/>
                  </a:path>
                </a:pathLst>
              </a:custGeom>
              <a:solidFill>
                <a:srgbClr val="15389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7F8F4584-6417-4080-9651-6978C2109E8F}"/>
              </a:ext>
            </a:extLst>
          </p:cNvPr>
          <p:cNvGrpSpPr/>
          <p:nvPr/>
        </p:nvGrpSpPr>
        <p:grpSpPr>
          <a:xfrm>
            <a:off x="3313317" y="6187241"/>
            <a:ext cx="4940334" cy="382092"/>
            <a:chOff x="3627946" y="5810378"/>
            <a:chExt cx="4940334" cy="382092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4061D9C2-4987-4C2B-99DB-7ED6EB3B5904}"/>
                </a:ext>
              </a:extLst>
            </p:cNvPr>
            <p:cNvSpPr txBox="1"/>
            <p:nvPr/>
          </p:nvSpPr>
          <p:spPr>
            <a:xfrm>
              <a:off x="3627946" y="5810378"/>
              <a:ext cx="3240912" cy="38209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1400" dirty="0">
                  <a:solidFill>
                    <a:schemeClr val="bg1"/>
                  </a:solidFill>
                  <a:latin typeface="Archivo"/>
                  <a:cs typeface="Archivo" pitchFamily="2" charset="0"/>
                </a:rPr>
                <a:t>congressodeti.com.br</a:t>
              </a:r>
            </a:p>
          </p:txBody>
        </p:sp>
        <p:pic>
          <p:nvPicPr>
            <p:cNvPr id="50" name="Gráfico 49">
              <a:extLst>
                <a:ext uri="{FF2B5EF4-FFF2-40B4-BE49-F238E27FC236}">
                  <a16:creationId xmlns:a16="http://schemas.microsoft.com/office/drawing/2014/main" id="{797C39B8-314C-4780-95C2-0B548DB2F7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25205" y="5873397"/>
              <a:ext cx="1743075" cy="257175"/>
            </a:xfrm>
            <a:prstGeom prst="rect">
              <a:avLst/>
            </a:prstGeom>
          </p:spPr>
        </p:pic>
      </p:grpSp>
      <p:pic>
        <p:nvPicPr>
          <p:cNvPr id="53" name="Gráfico 52">
            <a:extLst>
              <a:ext uri="{FF2B5EF4-FFF2-40B4-BE49-F238E27FC236}">
                <a16:creationId xmlns:a16="http://schemas.microsoft.com/office/drawing/2014/main" id="{102ECD2A-31AD-4CCE-BFC9-751561F59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828800" y="-7170959"/>
            <a:ext cx="8534400" cy="91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3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69f055-c3a6-43ad-9641-e83db2577274" xsi:nil="true"/>
    <lcf76f155ced4ddcb4097134ff3c332f xmlns="2809e401-9587-4032-a429-231f97e5243b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1470670708A042BAD7C6CFC02CD624" ma:contentTypeVersion="21" ma:contentTypeDescription="Crie um novo documento." ma:contentTypeScope="" ma:versionID="27a2f850e0bb765fe4fa198b43f6da9d">
  <xsd:schema xmlns:xsd="http://www.w3.org/2001/XMLSchema" xmlns:xs="http://www.w3.org/2001/XMLSchema" xmlns:p="http://schemas.microsoft.com/office/2006/metadata/properties" xmlns:ns1="http://schemas.microsoft.com/sharepoint/v3" xmlns:ns2="2809e401-9587-4032-a429-231f97e5243b" xmlns:ns3="e469f055-c3a6-43ad-9641-e83db2577274" targetNamespace="http://schemas.microsoft.com/office/2006/metadata/properties" ma:root="true" ma:fieldsID="6a0b19e0ef6a8ae03259cd49417b89ee" ns1:_="" ns2:_="" ns3:_="">
    <xsd:import namespace="http://schemas.microsoft.com/sharepoint/v3"/>
    <xsd:import namespace="2809e401-9587-4032-a429-231f97e5243b"/>
    <xsd:import namespace="e469f055-c3a6-43ad-9641-e83db25772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9e401-9587-4032-a429-231f97e524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e8ea3caf-df54-453b-b2b1-50e5282055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9f055-c3a6-43ad-9641-e83db257727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ef2f062-cbfe-4027-af58-cfe94c0963c9}" ma:internalName="TaxCatchAll" ma:showField="CatchAllData" ma:web="e469f055-c3a6-43ad-9641-e83db25772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3DB890-7FFD-43DA-87ED-7D0B3540DCA9}">
  <ds:schemaRefs>
    <ds:schemaRef ds:uri="http://purl.org/dc/terms/"/>
    <ds:schemaRef ds:uri="bb264585-c55c-40a7-82ec-051e2a351893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b585236c-77ef-426f-abc9-6635407f6fc1"/>
    <ds:schemaRef ds:uri="http://www.w3.org/XML/1998/namespace"/>
    <ds:schemaRef ds:uri="38e32281-99df-40ee-a5de-033c39336a44"/>
    <ds:schemaRef ds:uri="fa426b67-6e3b-40ec-9ebf-f62a81009ef6"/>
    <ds:schemaRef ds:uri="e469f055-c3a6-43ad-9641-e83db2577274"/>
    <ds:schemaRef ds:uri="2809e401-9587-4032-a429-231f97e5243b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71F1603-90E4-453C-B1DF-90FC4EF702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6B9C9D-E9C6-43A2-9439-37A3F36E43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809e401-9587-4032-a429-231f97e5243b"/>
    <ds:schemaRef ds:uri="e469f055-c3a6-43ad-9641-e83db25772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381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Archivo Black</vt:lpstr>
      <vt:lpstr>Archivo</vt:lpstr>
      <vt:lpstr>Calibri</vt:lpstr>
      <vt:lpstr>Segoe UI</vt:lpstr>
      <vt:lpstr>Calibri Light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Otavio Alexandre</dc:creator>
  <cp:lastModifiedBy>Renato Groffe</cp:lastModifiedBy>
  <cp:revision>11</cp:revision>
  <dcterms:created xsi:type="dcterms:W3CDTF">2022-03-10T18:42:51Z</dcterms:created>
  <dcterms:modified xsi:type="dcterms:W3CDTF">2026-08-18T04:21:54Z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0x010100BB1470670708A042BAD7C6CFC02CD624</vt:lpwstr>
  </property>
  <property fmtid="{D5CDD505-2E9C-101B-9397-08002B2CF9AE}" pid="3" name="MediaServiceImageTags">
    <vt:lpwstr/>
  </property>
</Properties>
</file>